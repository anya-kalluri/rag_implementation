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85" d="100"/>
          <a:sy n="85" d="100"/>
        </p:scale>
        <p:origin x="2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22EA-5FB2-80EC-EBE9-C81A5BE59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29682B-767C-C0F5-38F3-DC7DBEA19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0D6B7-3517-3512-8882-53D03C1C0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A6B4-CA24-48FD-91A4-E9B2AFA5474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331C3-F33D-A5C3-87E6-593FFAE3D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4AF65-B8CF-0729-0381-5006CAC8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E57B-80C8-4E8F-B3A8-D24D27342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192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BAB11-C302-3524-A24C-F60C5DC2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BC8E2-C88A-108F-0B70-E5815244B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70A3C-51B4-2C81-6860-2E42120F2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A6B4-CA24-48FD-91A4-E9B2AFA5474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48FF-761C-4CAB-27BF-E4E1FAE8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1534C-C7D5-0E66-B00F-1147C267B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E57B-80C8-4E8F-B3A8-D24D27342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67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20CF6-AEC0-EC27-3524-C64ACAAC7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A4405-10E6-DF9B-6A71-9155EF35C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EC52B-5CEA-0238-636D-0F548F312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A6B4-CA24-48FD-91A4-E9B2AFA5474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0BFF3-55E8-5968-0EFF-1ABC549B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0CB0E-AD68-DF8C-7126-4B5465048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E57B-80C8-4E8F-B3A8-D24D27342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105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D60D5-C625-94A5-F517-ABED7A1FA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20221-23CD-1779-6373-BBDCB9AC0D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38C05-2797-90DF-A318-4FADD9EA4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D7E8A-0192-1C3E-7344-8CA2F739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A6B4-CA24-48FD-91A4-E9B2AFA5474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F21B4-A2E4-CCBC-FBCB-B1E0607F9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23489-91B2-E1DB-A180-1631EAEF8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E57B-80C8-4E8F-B3A8-D24D27342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1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9A1E5-A89C-ECE4-7889-80096ADB7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97F2A-EFF0-D2AB-E381-D04C480B9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57D16-69AA-7FD6-F66C-B9927BA98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5A1CC6-E941-DFAB-DBDA-0DE92D14F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D43ED6-A279-8648-2B9A-5DA3B3622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2E8158-F3CD-5177-A879-8EDEB8D16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A6B4-CA24-48FD-91A4-E9B2AFA5474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39E293-8496-C04A-559D-3CC53AE60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2B4ED6-5A77-7753-67E4-3397B6DB5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E57B-80C8-4E8F-B3A8-D24D27342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272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F61C9-CA05-2F7E-8D76-31911965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FB677-9960-5460-1D3D-63B6A2C4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A6B4-CA24-48FD-91A4-E9B2AFA5474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033D7D-7A58-69E7-51EF-A7C909D34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7013C-92BD-943A-1947-9E7DBA9BD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E57B-80C8-4E8F-B3A8-D24D27342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82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49BFD-92E9-7A90-7B34-9BC7AAD78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A6B4-CA24-48FD-91A4-E9B2AFA5474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715051-970B-40EE-D349-943206064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63963-7E27-D181-63AF-AE6532FD7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E57B-80C8-4E8F-B3A8-D24D27342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260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5ADC7-32D0-6569-EE29-B746E66D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214FD-7E3D-F394-2D11-6DD222973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20FFB-E346-6452-93C3-C02F7753A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C239B-BB66-705B-511B-55AC9242D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A6B4-CA24-48FD-91A4-E9B2AFA5474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41589-A3C6-1110-1A6C-084F875F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CEDF0-1C9D-7112-B4D5-B45C0F0F7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E57B-80C8-4E8F-B3A8-D24D27342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218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18B2-9B7B-63AC-08D0-AAF353FDB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801FEA-85BF-8C9B-73FD-8FC8122503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31D24-D4DF-40AD-91F1-AF86A6D7F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AFD35-E9D8-16CE-6725-4688132EB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A6B4-CA24-48FD-91A4-E9B2AFA5474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7A266-E83B-14AD-789C-78F7283AD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3E493-473A-BA0A-4635-A881003DB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E57B-80C8-4E8F-B3A8-D24D27342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281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0432A-6572-EFC4-8936-393D5CDAD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18B20-D72D-6E35-35C0-B70AD9C43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498D5-01E2-ED7E-9634-EC3918FC7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A6B4-CA24-48FD-91A4-E9B2AFA5474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61E14-85C4-BD5F-35BD-678836A4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B34BF-C8B2-72FE-6466-2DD2F9203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E57B-80C8-4E8F-B3A8-D24D27342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874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B5FB9-E52A-B5E6-FB8A-162ACCD085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FB253F-5D29-4478-ED7F-48AB9EAAC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9A183-D3D5-25E3-0A4B-C4D6EB0D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A6B4-CA24-48FD-91A4-E9B2AFA5474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F6AB2-881E-838B-30AD-415182FA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5E916-8D14-8203-2C71-14543A9D9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DE57B-80C8-4E8F-B3A8-D24D27342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045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9C78A5-EF48-E5F3-59D2-299FF3267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90343-FD69-C45D-F4BD-E24738212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F7400-ED69-A804-7CBE-6B30B3E0E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0A6B4-CA24-48FD-91A4-E9B2AFA5474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22B1C-C1C1-1E14-8D29-DEE4F9F69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54A2A-F256-78CF-FDF6-18C9CAEE9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DE57B-80C8-4E8F-B3A8-D24D27342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08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105D3E2-4FEB-C4AD-9765-18649E0CD8CA}"/>
              </a:ext>
            </a:extLst>
          </p:cNvPr>
          <p:cNvGrpSpPr/>
          <p:nvPr/>
        </p:nvGrpSpPr>
        <p:grpSpPr>
          <a:xfrm>
            <a:off x="3531" y="180609"/>
            <a:ext cx="11381395" cy="6305909"/>
            <a:chOff x="3531" y="180609"/>
            <a:chExt cx="11381395" cy="6305909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8221620-A35F-8100-8E21-5ED7C88693DB}"/>
                </a:ext>
              </a:extLst>
            </p:cNvPr>
            <p:cNvGrpSpPr/>
            <p:nvPr/>
          </p:nvGrpSpPr>
          <p:grpSpPr>
            <a:xfrm>
              <a:off x="3531" y="180609"/>
              <a:ext cx="11381395" cy="6305909"/>
              <a:chOff x="164605" y="115295"/>
              <a:chExt cx="11381395" cy="6305909"/>
            </a:xfrm>
          </p:grpSpPr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93BF30C6-567D-0CD1-5596-A6654AC67D9D}"/>
                  </a:ext>
                </a:extLst>
              </p:cNvPr>
              <p:cNvGrpSpPr/>
              <p:nvPr/>
            </p:nvGrpSpPr>
            <p:grpSpPr>
              <a:xfrm>
                <a:off x="2269290" y="115295"/>
                <a:ext cx="6802426" cy="6305909"/>
                <a:chOff x="2965975" y="81291"/>
                <a:chExt cx="6802426" cy="6305909"/>
              </a:xfrm>
            </p:grpSpPr>
            <p:pic>
              <p:nvPicPr>
                <p:cNvPr id="6" name="Picture 5" descr="A close-up of a circuit board&#10;&#10;AI-generated content may be incorrect.">
                  <a:extLst>
                    <a:ext uri="{FF2B5EF4-FFF2-40B4-BE49-F238E27FC236}">
                      <a16:creationId xmlns:a16="http://schemas.microsoft.com/office/drawing/2014/main" id="{29452A74-999B-EB0C-5065-89A83B8D92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805703" y="81291"/>
                  <a:ext cx="5125500" cy="6246938"/>
                </a:xfrm>
                <a:prstGeom prst="rect">
                  <a:avLst/>
                </a:prstGeom>
              </p:spPr>
            </p:pic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3AD7AE07-08F3-5DB2-6970-F95847F1FDC6}"/>
                    </a:ext>
                  </a:extLst>
                </p:cNvPr>
                <p:cNvGrpSpPr/>
                <p:nvPr/>
              </p:nvGrpSpPr>
              <p:grpSpPr>
                <a:xfrm>
                  <a:off x="2965975" y="960239"/>
                  <a:ext cx="6802426" cy="5426961"/>
                  <a:chOff x="2967884" y="967497"/>
                  <a:chExt cx="6802426" cy="5426961"/>
                </a:xfrm>
              </p:grpSpPr>
              <p:grpSp>
                <p:nvGrpSpPr>
                  <p:cNvPr id="71" name="Group 70">
                    <a:extLst>
                      <a:ext uri="{FF2B5EF4-FFF2-40B4-BE49-F238E27FC236}">
                        <a16:creationId xmlns:a16="http://schemas.microsoft.com/office/drawing/2014/main" id="{96DEDB6E-35EC-9FFE-61C3-7EB0E8736A09}"/>
                      </a:ext>
                    </a:extLst>
                  </p:cNvPr>
                  <p:cNvGrpSpPr/>
                  <p:nvPr/>
                </p:nvGrpSpPr>
                <p:grpSpPr>
                  <a:xfrm>
                    <a:off x="2967884" y="3388992"/>
                    <a:ext cx="836197" cy="2334310"/>
                    <a:chOff x="3025940" y="3911504"/>
                    <a:chExt cx="836197" cy="2334310"/>
                  </a:xfrm>
                </p:grpSpPr>
                <p:cxnSp>
                  <p:nvCxnSpPr>
                    <p:cNvPr id="21" name="Straight Arrow Connector 20">
                      <a:extLst>
                        <a:ext uri="{FF2B5EF4-FFF2-40B4-BE49-F238E27FC236}">
                          <a16:creationId xmlns:a16="http://schemas.microsoft.com/office/drawing/2014/main" id="{10D60A84-0952-2097-12B0-8E4F2C5A6B55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91150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4E1B0716-D5BC-2528-A8D2-2A3695448E6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25941" y="4140104"/>
                      <a:ext cx="836195" cy="464457"/>
                      <a:chOff x="3025942" y="3218447"/>
                      <a:chExt cx="836195" cy="464457"/>
                    </a:xfrm>
                  </p:grpSpPr>
                  <p:cxnSp>
                    <p:nvCxnSpPr>
                      <p:cNvPr id="25" name="Straight Arrow Connector 24">
                        <a:extLst>
                          <a:ext uri="{FF2B5EF4-FFF2-40B4-BE49-F238E27FC236}">
                            <a16:creationId xmlns:a16="http://schemas.microsoft.com/office/drawing/2014/main" id="{5070AD46-88E7-FD14-D2B1-1F9D66B6827E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218447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6" name="Straight Arrow Connector 25">
                        <a:extLst>
                          <a:ext uri="{FF2B5EF4-FFF2-40B4-BE49-F238E27FC236}">
                            <a16:creationId xmlns:a16="http://schemas.microsoft.com/office/drawing/2014/main" id="{77005F5A-58D6-87A6-1E9D-F1A5FDC249C5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457933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7" name="Straight Arrow Connector 26">
                        <a:extLst>
                          <a:ext uri="{FF2B5EF4-FFF2-40B4-BE49-F238E27FC236}">
                            <a16:creationId xmlns:a16="http://schemas.microsoft.com/office/drawing/2014/main" id="{E587CF86-215D-5F26-7A24-3131A9676683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682904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57" name="Straight Arrow Connector 56">
                      <a:extLst>
                        <a:ext uri="{FF2B5EF4-FFF2-40B4-BE49-F238E27FC236}">
                          <a16:creationId xmlns:a16="http://schemas.microsoft.com/office/drawing/2014/main" id="{0D9C9891-EA5D-D5BC-AC26-3499C3DE4D0C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0" y="624581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C1EEEC0A-7B1B-C879-2C8A-9181139ED6C1}"/>
                      </a:ext>
                    </a:extLst>
                  </p:cNvPr>
                  <p:cNvGrpSpPr/>
                  <p:nvPr/>
                </p:nvGrpSpPr>
                <p:grpSpPr>
                  <a:xfrm>
                    <a:off x="8931203" y="967497"/>
                    <a:ext cx="839107" cy="4030769"/>
                    <a:chOff x="8909432" y="1490006"/>
                    <a:chExt cx="839107" cy="4030769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A216D0CE-C86E-5EDA-DE45-B5EF6AAB05F6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909432" y="2417264"/>
                      <a:ext cx="836195" cy="453571"/>
                      <a:chOff x="3025942" y="3457933"/>
                      <a:chExt cx="836195" cy="453571"/>
                    </a:xfrm>
                  </p:grpSpPr>
                  <p:cxnSp>
                    <p:nvCxnSpPr>
                      <p:cNvPr id="36" name="Straight Arrow Connector 35">
                        <a:extLst>
                          <a:ext uri="{FF2B5EF4-FFF2-40B4-BE49-F238E27FC236}">
                            <a16:creationId xmlns:a16="http://schemas.microsoft.com/office/drawing/2014/main" id="{75A51F47-53AC-FED7-60D9-8D7DB7C648E3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457933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7" name="Straight Arrow Connector 36">
                        <a:extLst>
                          <a:ext uri="{FF2B5EF4-FFF2-40B4-BE49-F238E27FC236}">
                            <a16:creationId xmlns:a16="http://schemas.microsoft.com/office/drawing/2014/main" id="{29FE336A-D231-802C-65E0-020371AF8A69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682904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8" name="Straight Arrow Connector 37">
                        <a:extLst>
                          <a:ext uri="{FF2B5EF4-FFF2-40B4-BE49-F238E27FC236}">
                            <a16:creationId xmlns:a16="http://schemas.microsoft.com/office/drawing/2014/main" id="{D0689678-13E4-0F5E-3583-1A5498B0B81D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911504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41" name="Straight Arrow Connector 40">
                      <a:extLst>
                        <a:ext uri="{FF2B5EF4-FFF2-40B4-BE49-F238E27FC236}">
                          <a16:creationId xmlns:a16="http://schemas.microsoft.com/office/drawing/2014/main" id="{9734E4E7-960B-D7FB-E807-ABAC2A64971C}"/>
                        </a:ext>
                      </a:extLst>
                    </p:cNvPr>
                    <p:cNvCxnSpPr/>
                    <p:nvPr/>
                  </p:nvCxnSpPr>
                  <p:spPr>
                    <a:xfrm rot="10800000" flipH="1">
                      <a:off x="8909432" y="3782615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44" name="Group 43">
                      <a:extLst>
                        <a:ext uri="{FF2B5EF4-FFF2-40B4-BE49-F238E27FC236}">
                          <a16:creationId xmlns:a16="http://schemas.microsoft.com/office/drawing/2014/main" id="{0F86B3D0-1104-8229-FD72-06EA8D4C0021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912344" y="4827718"/>
                      <a:ext cx="836195" cy="693057"/>
                      <a:chOff x="3025942" y="3218447"/>
                      <a:chExt cx="836195" cy="693057"/>
                    </a:xfrm>
                  </p:grpSpPr>
                  <p:cxnSp>
                    <p:nvCxnSpPr>
                      <p:cNvPr id="45" name="Straight Arrow Connector 44">
                        <a:extLst>
                          <a:ext uri="{FF2B5EF4-FFF2-40B4-BE49-F238E27FC236}">
                            <a16:creationId xmlns:a16="http://schemas.microsoft.com/office/drawing/2014/main" id="{AD923194-BB45-49A5-F283-BBB22326AA60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218447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8" name="Straight Arrow Connector 47">
                        <a:extLst>
                          <a:ext uri="{FF2B5EF4-FFF2-40B4-BE49-F238E27FC236}">
                            <a16:creationId xmlns:a16="http://schemas.microsoft.com/office/drawing/2014/main" id="{763EA911-34F5-09A7-0BF5-349C4864F995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911504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70" name="Straight Arrow Connector 69">
                      <a:extLst>
                        <a:ext uri="{FF2B5EF4-FFF2-40B4-BE49-F238E27FC236}">
                          <a16:creationId xmlns:a16="http://schemas.microsoft.com/office/drawing/2014/main" id="{68B93346-8020-9F50-9759-912843563BD2}"/>
                        </a:ext>
                      </a:extLst>
                    </p:cNvPr>
                    <p:cNvCxnSpPr/>
                    <p:nvPr/>
                  </p:nvCxnSpPr>
                  <p:spPr>
                    <a:xfrm rot="10800000" flipH="1">
                      <a:off x="8909432" y="1490006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85" name="Straight Arrow Connector 84">
                    <a:extLst>
                      <a:ext uri="{FF2B5EF4-FFF2-40B4-BE49-F238E27FC236}">
                        <a16:creationId xmlns:a16="http://schemas.microsoft.com/office/drawing/2014/main" id="{A8AE9BF2-E48C-21AB-4377-15F9D3F1D0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638801" y="2935421"/>
                    <a:ext cx="1553028" cy="3459037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3640A4B2-30CD-0B8C-D56B-B928D96CC4E5}"/>
                  </a:ext>
                </a:extLst>
              </p:cNvPr>
              <p:cNvGrpSpPr/>
              <p:nvPr/>
            </p:nvGrpSpPr>
            <p:grpSpPr>
              <a:xfrm>
                <a:off x="164605" y="2590335"/>
                <a:ext cx="2113829" cy="3394737"/>
                <a:chOff x="164605" y="2590335"/>
                <a:chExt cx="2113829" cy="3394737"/>
              </a:xfrm>
            </p:grpSpPr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71CF94A9-47F2-2EAD-35B6-BCF2B0CE0525}"/>
                    </a:ext>
                  </a:extLst>
                </p:cNvPr>
                <p:cNvGrpSpPr/>
                <p:nvPr/>
              </p:nvGrpSpPr>
              <p:grpSpPr>
                <a:xfrm>
                  <a:off x="165432" y="2590335"/>
                  <a:ext cx="2109300" cy="944020"/>
                  <a:chOff x="165432" y="2590335"/>
                  <a:chExt cx="2109300" cy="944020"/>
                </a:xfrm>
              </p:grpSpPr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63014834-66B6-03B7-F577-10544F809E94}"/>
                      </a:ext>
                    </a:extLst>
                  </p:cNvPr>
                  <p:cNvSpPr txBox="1"/>
                  <p:nvPr/>
                </p:nvSpPr>
                <p:spPr>
                  <a:xfrm>
                    <a:off x="166914" y="2590335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endParaRPr lang="en-IN" sz="1200" b="1" dirty="0">
                      <a:latin typeface="Arial Black" panose="020B0A04020102020204" pitchFamily="34" charset="0"/>
                    </a:endParaRPr>
                  </a:p>
                </p:txBody>
              </p:sp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86E78C25-CB9E-50A7-7343-C551EA82B844}"/>
                      </a:ext>
                    </a:extLst>
                  </p:cNvPr>
                  <p:cNvSpPr txBox="1"/>
                  <p:nvPr/>
                </p:nvSpPr>
                <p:spPr>
                  <a:xfrm>
                    <a:off x="165432" y="3257356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IN" sz="1200" dirty="0"/>
                      <a:t>3V3</a:t>
                    </a:r>
                  </a:p>
                </p:txBody>
              </p:sp>
            </p:grpSp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F3CEC478-1C12-BFCF-94E4-64C91F5D4D70}"/>
                    </a:ext>
                  </a:extLst>
                </p:cNvPr>
                <p:cNvGrpSpPr/>
                <p:nvPr/>
              </p:nvGrpSpPr>
              <p:grpSpPr>
                <a:xfrm>
                  <a:off x="164605" y="3504498"/>
                  <a:ext cx="2113829" cy="739124"/>
                  <a:chOff x="164605" y="2617203"/>
                  <a:chExt cx="2113829" cy="739124"/>
                </a:xfrm>
              </p:grpSpPr>
              <p:grpSp>
                <p:nvGrpSpPr>
                  <p:cNvPr id="98" name="Group 97">
                    <a:extLst>
                      <a:ext uri="{FF2B5EF4-FFF2-40B4-BE49-F238E27FC236}">
                        <a16:creationId xmlns:a16="http://schemas.microsoft.com/office/drawing/2014/main" id="{558AE5CD-CB12-A0A4-39FA-DF200EA8EEDE}"/>
                      </a:ext>
                    </a:extLst>
                  </p:cNvPr>
                  <p:cNvGrpSpPr/>
                  <p:nvPr/>
                </p:nvGrpSpPr>
                <p:grpSpPr>
                  <a:xfrm>
                    <a:off x="164605" y="2617203"/>
                    <a:ext cx="2113829" cy="503046"/>
                    <a:chOff x="164605" y="2617203"/>
                    <a:chExt cx="2113829" cy="503046"/>
                  </a:xfrm>
                </p:grpSpPr>
                <p:sp>
                  <p:nvSpPr>
                    <p:cNvPr id="102" name="TextBox 101">
                      <a:extLst>
                        <a:ext uri="{FF2B5EF4-FFF2-40B4-BE49-F238E27FC236}">
                          <a16:creationId xmlns:a16="http://schemas.microsoft.com/office/drawing/2014/main" id="{BBC973AE-B2FC-4C47-8B9C-627C1F48DA3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0616" y="2617203"/>
                      <a:ext cx="210781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en-IN" sz="1200" dirty="0"/>
                        <a:t>5V(USB Power Output)</a:t>
                      </a:r>
                      <a:endParaRPr lang="en-IN" sz="1200" b="1" dirty="0">
                        <a:latin typeface="Arial Black" panose="020B0A04020102020204" pitchFamily="34" charset="0"/>
                      </a:endParaRPr>
                    </a:p>
                  </p:txBody>
                </p:sp>
                <p:sp>
                  <p:nvSpPr>
                    <p:cNvPr id="103" name="TextBox 102">
                      <a:extLst>
                        <a:ext uri="{FF2B5EF4-FFF2-40B4-BE49-F238E27FC236}">
                          <a16:creationId xmlns:a16="http://schemas.microsoft.com/office/drawing/2014/main" id="{35C8BD75-09FC-2F36-5553-CBF8E2A2D1E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4605" y="2843250"/>
                      <a:ext cx="210781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en-IN" sz="1200" dirty="0"/>
                        <a:t>AMG8833 Sensor </a:t>
                      </a:r>
                      <a:r>
                        <a:rPr lang="en-IN" sz="1200" b="1" dirty="0"/>
                        <a:t>GND</a:t>
                      </a:r>
                      <a:endParaRPr lang="en-IN" sz="1200" dirty="0"/>
                    </a:p>
                  </p:txBody>
                </p:sp>
              </p:grpSp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300F4C30-3BCF-1645-05C5-55702C04692E}"/>
                      </a:ext>
                    </a:extLst>
                  </p:cNvPr>
                  <p:cNvSpPr txBox="1"/>
                  <p:nvPr/>
                </p:nvSpPr>
                <p:spPr>
                  <a:xfrm>
                    <a:off x="166914" y="3079328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IN" sz="1200" dirty="0"/>
                      <a:t>ST7735 TFT Display </a:t>
                    </a:r>
                    <a:r>
                      <a:rPr lang="en-IN" sz="1200" b="1" dirty="0"/>
                      <a:t>GND</a:t>
                    </a:r>
                    <a:endParaRPr lang="en-IN" sz="1200" dirty="0"/>
                  </a:p>
                </p:txBody>
              </p:sp>
            </p:grp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F2F5AA78-B942-38F9-D0FB-5D883789F275}"/>
                    </a:ext>
                  </a:extLst>
                </p:cNvPr>
                <p:cNvSpPr txBox="1"/>
                <p:nvPr/>
              </p:nvSpPr>
              <p:spPr>
                <a:xfrm>
                  <a:off x="164605" y="5569574"/>
                  <a:ext cx="2107818" cy="4154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050" dirty="0"/>
                    <a:t>ST7735 TFT Display </a:t>
                  </a:r>
                  <a:r>
                    <a:rPr lang="en-US" sz="1050" b="1" dirty="0"/>
                    <a:t>DC/A0</a:t>
                  </a:r>
                  <a:r>
                    <a:rPr lang="en-IN" sz="1050" dirty="0"/>
                    <a:t>(Data/Command)</a:t>
                  </a:r>
                </a:p>
              </p:txBody>
            </p:sp>
          </p:grp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45DC89DF-94A8-302C-1238-D39AE4FE4A6A}"/>
                  </a:ext>
                </a:extLst>
              </p:cNvPr>
              <p:cNvGrpSpPr/>
              <p:nvPr/>
            </p:nvGrpSpPr>
            <p:grpSpPr>
              <a:xfrm>
                <a:off x="9010366" y="857271"/>
                <a:ext cx="2535634" cy="4304236"/>
                <a:chOff x="9010366" y="857271"/>
                <a:chExt cx="2535634" cy="4304236"/>
              </a:xfrm>
            </p:grpSpPr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1002BD06-868F-4BAA-0F4C-140CCED90AD7}"/>
                    </a:ext>
                  </a:extLst>
                </p:cNvPr>
                <p:cNvSpPr txBox="1"/>
                <p:nvPr/>
              </p:nvSpPr>
              <p:spPr>
                <a:xfrm>
                  <a:off x="9041585" y="857271"/>
                  <a:ext cx="210781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/>
                    <a:t>RESET</a:t>
                  </a:r>
                </a:p>
              </p:txBody>
            </p:sp>
            <p:grpSp>
              <p:nvGrpSpPr>
                <p:cNvPr id="160" name="Group 159">
                  <a:extLst>
                    <a:ext uri="{FF2B5EF4-FFF2-40B4-BE49-F238E27FC236}">
                      <a16:creationId xmlns:a16="http://schemas.microsoft.com/office/drawing/2014/main" id="{9BE670EB-86D9-50AE-D70B-7760F617D8B8}"/>
                    </a:ext>
                  </a:extLst>
                </p:cNvPr>
                <p:cNvGrpSpPr/>
                <p:nvPr/>
              </p:nvGrpSpPr>
              <p:grpSpPr>
                <a:xfrm>
                  <a:off x="9010366" y="2014142"/>
                  <a:ext cx="2535634" cy="3147365"/>
                  <a:chOff x="9010366" y="2014142"/>
                  <a:chExt cx="2535634" cy="3147365"/>
                </a:xfrm>
              </p:grpSpPr>
              <p:grpSp>
                <p:nvGrpSpPr>
                  <p:cNvPr id="127" name="Group 126">
                    <a:extLst>
                      <a:ext uri="{FF2B5EF4-FFF2-40B4-BE49-F238E27FC236}">
                        <a16:creationId xmlns:a16="http://schemas.microsoft.com/office/drawing/2014/main" id="{476E4A9F-F8DA-3EB0-1F30-CBE53A130D98}"/>
                      </a:ext>
                    </a:extLst>
                  </p:cNvPr>
                  <p:cNvGrpSpPr/>
                  <p:nvPr/>
                </p:nvGrpSpPr>
                <p:grpSpPr>
                  <a:xfrm>
                    <a:off x="9017586" y="2014142"/>
                    <a:ext cx="2528414" cy="1409507"/>
                    <a:chOff x="169784" y="2799532"/>
                    <a:chExt cx="2528414" cy="1409507"/>
                  </a:xfrm>
                </p:grpSpPr>
                <p:grpSp>
                  <p:nvGrpSpPr>
                    <p:cNvPr id="145" name="Group 144">
                      <a:extLst>
                        <a:ext uri="{FF2B5EF4-FFF2-40B4-BE49-F238E27FC236}">
                          <a16:creationId xmlns:a16="http://schemas.microsoft.com/office/drawing/2014/main" id="{F047B603-EEBC-AE27-3AFC-F7515D6245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9784" y="2799532"/>
                      <a:ext cx="2117537" cy="1409507"/>
                      <a:chOff x="169784" y="2799532"/>
                      <a:chExt cx="2117537" cy="1409507"/>
                    </a:xfrm>
                  </p:grpSpPr>
                  <p:sp>
                    <p:nvSpPr>
                      <p:cNvPr id="149" name="TextBox 148">
                        <a:extLst>
                          <a:ext uri="{FF2B5EF4-FFF2-40B4-BE49-F238E27FC236}">
                            <a16:creationId xmlns:a16="http://schemas.microsoft.com/office/drawing/2014/main" id="{51787253-ED59-138C-4A57-483DE1C8329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9503" y="3932040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200" dirty="0"/>
                          <a:t>SCL/CLK(TFT DISPLAY) </a:t>
                        </a:r>
                      </a:p>
                    </p:txBody>
                  </p:sp>
                  <p:sp>
                    <p:nvSpPr>
                      <p:cNvPr id="150" name="TextBox 149">
                        <a:extLst>
                          <a:ext uri="{FF2B5EF4-FFF2-40B4-BE49-F238E27FC236}">
                            <a16:creationId xmlns:a16="http://schemas.microsoft.com/office/drawing/2014/main" id="{B0B4A568-9226-958F-43D6-93F5FC01056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9784" y="2799532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200" dirty="0"/>
                          <a:t>SDA (AMG8833)</a:t>
                        </a:r>
                      </a:p>
                    </p:txBody>
                  </p:sp>
                </p:grpSp>
                <p:grpSp>
                  <p:nvGrpSpPr>
                    <p:cNvPr id="146" name="Group 145">
                      <a:extLst>
                        <a:ext uri="{FF2B5EF4-FFF2-40B4-BE49-F238E27FC236}">
                          <a16:creationId xmlns:a16="http://schemas.microsoft.com/office/drawing/2014/main" id="{3D33FC9F-05BA-E107-A9B8-4157FE96D2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665" y="3032317"/>
                      <a:ext cx="2519533" cy="730729"/>
                      <a:chOff x="180151" y="2601395"/>
                      <a:chExt cx="2519533" cy="730729"/>
                    </a:xfrm>
                  </p:grpSpPr>
                  <p:sp>
                    <p:nvSpPr>
                      <p:cNvPr id="147" name="TextBox 146">
                        <a:extLst>
                          <a:ext uri="{FF2B5EF4-FFF2-40B4-BE49-F238E27FC236}">
                            <a16:creationId xmlns:a16="http://schemas.microsoft.com/office/drawing/2014/main" id="{382FF478-2E05-A605-AF9D-6287F2E75C5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5269" y="3055125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200" dirty="0"/>
                          <a:t>MOSI/SDA (TFT DISPLAY)</a:t>
                        </a:r>
                      </a:p>
                    </p:txBody>
                  </p:sp>
                  <p:sp>
                    <p:nvSpPr>
                      <p:cNvPr id="148" name="TextBox 147">
                        <a:extLst>
                          <a:ext uri="{FF2B5EF4-FFF2-40B4-BE49-F238E27FC236}">
                            <a16:creationId xmlns:a16="http://schemas.microsoft.com/office/drawing/2014/main" id="{42B0E496-E95B-3E1D-2A9F-A35834011AF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0151" y="2601395"/>
                        <a:ext cx="2519533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200" dirty="0"/>
                          <a:t>AMG8833 Sensor </a:t>
                        </a:r>
                        <a:r>
                          <a:rPr lang="en-US" sz="1200" b="1" dirty="0"/>
                          <a:t>AD0 (Address Pin)</a:t>
                        </a:r>
                        <a:endParaRPr lang="en-IN" sz="1200" dirty="0"/>
                      </a:p>
                    </p:txBody>
                  </p:sp>
                </p:grpSp>
              </p:grpSp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7C676F84-4502-A8F3-DDD9-444646E4512A}"/>
                      </a:ext>
                    </a:extLst>
                  </p:cNvPr>
                  <p:cNvSpPr txBox="1"/>
                  <p:nvPr/>
                </p:nvSpPr>
                <p:spPr>
                  <a:xfrm>
                    <a:off x="9010366" y="4884508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100" dirty="0"/>
                      <a:t>ST7735-TFT Display </a:t>
                    </a:r>
                    <a:r>
                      <a:rPr lang="en-IN" sz="1100" b="1" dirty="0"/>
                      <a:t>CS</a:t>
                    </a:r>
                    <a:r>
                      <a:rPr lang="en-IN" sz="1200" b="1" dirty="0"/>
                      <a:t>(</a:t>
                    </a:r>
                    <a:r>
                      <a:rPr lang="en-IN" sz="800" b="1" dirty="0"/>
                      <a:t>CHIP SELECT)</a:t>
                    </a:r>
                    <a:endParaRPr lang="en-IN" sz="1200" dirty="0"/>
                  </a:p>
                </p:txBody>
              </p:sp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31A3B7A2-4CFB-FA31-6322-CEC4D8AE4057}"/>
                      </a:ext>
                    </a:extLst>
                  </p:cNvPr>
                  <p:cNvSpPr txBox="1"/>
                  <p:nvPr/>
                </p:nvSpPr>
                <p:spPr>
                  <a:xfrm>
                    <a:off x="9027305" y="4201034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/>
                      <a:t>AMG8833 Sensor </a:t>
                    </a:r>
                    <a:r>
                      <a:rPr lang="en-IN" sz="1200" b="1" dirty="0"/>
                      <a:t>VIN</a:t>
                    </a:r>
                    <a:endParaRPr lang="en-IN" sz="1200" dirty="0"/>
                  </a:p>
                </p:txBody>
              </p:sp>
            </p:grpSp>
          </p:grpSp>
        </p:grp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F680CF42-483F-4732-E700-60A37BAF85E6}"/>
                </a:ext>
              </a:extLst>
            </p:cNvPr>
            <p:cNvCxnSpPr/>
            <p:nvPr/>
          </p:nvCxnSpPr>
          <p:spPr>
            <a:xfrm rot="10800000" flipH="1">
              <a:off x="8075833" y="2899676"/>
              <a:ext cx="8361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CC7A1797-50B8-71B1-03DD-96C226CF4A7B}"/>
              </a:ext>
            </a:extLst>
          </p:cNvPr>
          <p:cNvSpPr txBox="1"/>
          <p:nvPr/>
        </p:nvSpPr>
        <p:spPr>
          <a:xfrm>
            <a:off x="8849292" y="1845652"/>
            <a:ext cx="2107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SCL (AMG8833)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46451EB-87AE-E21D-1F6D-95A20482B27B}"/>
              </a:ext>
            </a:extLst>
          </p:cNvPr>
          <p:cNvSpPr txBox="1"/>
          <p:nvPr/>
        </p:nvSpPr>
        <p:spPr>
          <a:xfrm>
            <a:off x="4397717" y="6445339"/>
            <a:ext cx="919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BOOT</a:t>
            </a:r>
          </a:p>
        </p:txBody>
      </p:sp>
    </p:spTree>
    <p:extLst>
      <p:ext uri="{BB962C8B-B14F-4D97-AF65-F5344CB8AC3E}">
        <p14:creationId xmlns:p14="http://schemas.microsoft.com/office/powerpoint/2010/main" val="3417118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31CC-117D-88F5-1660-5935E010A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roup 167">
            <a:extLst>
              <a:ext uri="{FF2B5EF4-FFF2-40B4-BE49-F238E27FC236}">
                <a16:creationId xmlns:a16="http://schemas.microsoft.com/office/drawing/2014/main" id="{FBA1ADB7-E8EC-5F56-6FEC-E1213FEF48DC}"/>
              </a:ext>
            </a:extLst>
          </p:cNvPr>
          <p:cNvGrpSpPr/>
          <p:nvPr/>
        </p:nvGrpSpPr>
        <p:grpSpPr>
          <a:xfrm>
            <a:off x="3531" y="180609"/>
            <a:ext cx="11381395" cy="6377580"/>
            <a:chOff x="3531" y="180609"/>
            <a:chExt cx="11381395" cy="6377580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26BD5B2B-F2FD-53B6-B3FD-6AB28265E67D}"/>
                </a:ext>
              </a:extLst>
            </p:cNvPr>
            <p:cNvGrpSpPr/>
            <p:nvPr/>
          </p:nvGrpSpPr>
          <p:grpSpPr>
            <a:xfrm>
              <a:off x="3531" y="180609"/>
              <a:ext cx="11381395" cy="6377580"/>
              <a:chOff x="164605" y="115295"/>
              <a:chExt cx="11381395" cy="6377580"/>
            </a:xfrm>
          </p:grpSpPr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AC68D834-4B5A-8A4F-37DF-7B1BBB700FA0}"/>
                  </a:ext>
                </a:extLst>
              </p:cNvPr>
              <p:cNvGrpSpPr/>
              <p:nvPr/>
            </p:nvGrpSpPr>
            <p:grpSpPr>
              <a:xfrm>
                <a:off x="2269290" y="115295"/>
                <a:ext cx="6804955" cy="6377580"/>
                <a:chOff x="2965975" y="81291"/>
                <a:chExt cx="6804955" cy="6377580"/>
              </a:xfrm>
            </p:grpSpPr>
            <p:pic>
              <p:nvPicPr>
                <p:cNvPr id="6" name="Picture 5" descr="A close-up of a circuit board&#10;&#10;AI-generated content may be incorrect.">
                  <a:extLst>
                    <a:ext uri="{FF2B5EF4-FFF2-40B4-BE49-F238E27FC236}">
                      <a16:creationId xmlns:a16="http://schemas.microsoft.com/office/drawing/2014/main" id="{B2A96239-99D4-9087-606A-E4025A7FDE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805703" y="81291"/>
                  <a:ext cx="5125500" cy="6246938"/>
                </a:xfrm>
                <a:prstGeom prst="rect">
                  <a:avLst/>
                </a:prstGeom>
              </p:spPr>
            </p:pic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ECEDA4F4-898D-401E-6AE4-D2776D2A7DDA}"/>
                    </a:ext>
                  </a:extLst>
                </p:cNvPr>
                <p:cNvGrpSpPr/>
                <p:nvPr/>
              </p:nvGrpSpPr>
              <p:grpSpPr>
                <a:xfrm>
                  <a:off x="2965975" y="960239"/>
                  <a:ext cx="6804955" cy="5498632"/>
                  <a:chOff x="2967884" y="967497"/>
                  <a:chExt cx="6804955" cy="5498632"/>
                </a:xfrm>
              </p:grpSpPr>
              <p:grpSp>
                <p:nvGrpSpPr>
                  <p:cNvPr id="71" name="Group 70">
                    <a:extLst>
                      <a:ext uri="{FF2B5EF4-FFF2-40B4-BE49-F238E27FC236}">
                        <a16:creationId xmlns:a16="http://schemas.microsoft.com/office/drawing/2014/main" id="{29DAEFB3-8340-1D3A-0D1B-D40E2E44962B}"/>
                      </a:ext>
                    </a:extLst>
                  </p:cNvPr>
                  <p:cNvGrpSpPr/>
                  <p:nvPr/>
                </p:nvGrpSpPr>
                <p:grpSpPr>
                  <a:xfrm>
                    <a:off x="2967884" y="3388992"/>
                    <a:ext cx="836197" cy="2334310"/>
                    <a:chOff x="3025940" y="3911504"/>
                    <a:chExt cx="836197" cy="2334310"/>
                  </a:xfrm>
                </p:grpSpPr>
                <p:cxnSp>
                  <p:nvCxnSpPr>
                    <p:cNvPr id="21" name="Straight Arrow Connector 20">
                      <a:extLst>
                        <a:ext uri="{FF2B5EF4-FFF2-40B4-BE49-F238E27FC236}">
                          <a16:creationId xmlns:a16="http://schemas.microsoft.com/office/drawing/2014/main" id="{8677D44E-F20E-9A71-717E-9B7A17363034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91150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0A9FE064-07C1-477D-74EE-21DE5C9F778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25941" y="4140104"/>
                      <a:ext cx="836195" cy="464457"/>
                      <a:chOff x="3025942" y="3218447"/>
                      <a:chExt cx="836195" cy="464457"/>
                    </a:xfrm>
                  </p:grpSpPr>
                  <p:cxnSp>
                    <p:nvCxnSpPr>
                      <p:cNvPr id="25" name="Straight Arrow Connector 24">
                        <a:extLst>
                          <a:ext uri="{FF2B5EF4-FFF2-40B4-BE49-F238E27FC236}">
                            <a16:creationId xmlns:a16="http://schemas.microsoft.com/office/drawing/2014/main" id="{D4F4FC0D-25D2-CF89-22E1-095D307FF185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218447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6" name="Straight Arrow Connector 25">
                        <a:extLst>
                          <a:ext uri="{FF2B5EF4-FFF2-40B4-BE49-F238E27FC236}">
                            <a16:creationId xmlns:a16="http://schemas.microsoft.com/office/drawing/2014/main" id="{5B9CF2B6-7CE5-53D9-CFCD-D49FBA95A8E7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457933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7" name="Straight Arrow Connector 26">
                        <a:extLst>
                          <a:ext uri="{FF2B5EF4-FFF2-40B4-BE49-F238E27FC236}">
                            <a16:creationId xmlns:a16="http://schemas.microsoft.com/office/drawing/2014/main" id="{D946F1B5-2734-FDB0-30A5-04B6520EDF9A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682904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57" name="Straight Arrow Connector 56">
                      <a:extLst>
                        <a:ext uri="{FF2B5EF4-FFF2-40B4-BE49-F238E27FC236}">
                          <a16:creationId xmlns:a16="http://schemas.microsoft.com/office/drawing/2014/main" id="{CA667735-3184-4753-B414-4E6A37D3ECB1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0" y="624581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A9CEEF55-1CF2-D384-AC76-B535DD99E508}"/>
                      </a:ext>
                    </a:extLst>
                  </p:cNvPr>
                  <p:cNvGrpSpPr/>
                  <p:nvPr/>
                </p:nvGrpSpPr>
                <p:grpSpPr>
                  <a:xfrm>
                    <a:off x="8931203" y="967497"/>
                    <a:ext cx="841636" cy="4937850"/>
                    <a:chOff x="8909432" y="1490006"/>
                    <a:chExt cx="841636" cy="4937850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AD083471-C71E-3547-A65D-4B36343EF56F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909432" y="2417264"/>
                      <a:ext cx="836195" cy="693057"/>
                      <a:chOff x="3025942" y="3218447"/>
                      <a:chExt cx="836195" cy="693057"/>
                    </a:xfrm>
                  </p:grpSpPr>
                  <p:cxnSp>
                    <p:nvCxnSpPr>
                      <p:cNvPr id="35" name="Straight Arrow Connector 34">
                        <a:extLst>
                          <a:ext uri="{FF2B5EF4-FFF2-40B4-BE49-F238E27FC236}">
                            <a16:creationId xmlns:a16="http://schemas.microsoft.com/office/drawing/2014/main" id="{2299131C-ABD6-B448-BA7D-B96C4A0F152E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218447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6" name="Straight Arrow Connector 35">
                        <a:extLst>
                          <a:ext uri="{FF2B5EF4-FFF2-40B4-BE49-F238E27FC236}">
                            <a16:creationId xmlns:a16="http://schemas.microsoft.com/office/drawing/2014/main" id="{4531EB48-BF53-6872-286C-6B6FC0C531BD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457933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7" name="Straight Arrow Connector 36">
                        <a:extLst>
                          <a:ext uri="{FF2B5EF4-FFF2-40B4-BE49-F238E27FC236}">
                            <a16:creationId xmlns:a16="http://schemas.microsoft.com/office/drawing/2014/main" id="{6F8789BA-1337-8EC9-E277-1BFB563605D2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682904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8" name="Straight Arrow Connector 37">
                        <a:extLst>
                          <a:ext uri="{FF2B5EF4-FFF2-40B4-BE49-F238E27FC236}">
                            <a16:creationId xmlns:a16="http://schemas.microsoft.com/office/drawing/2014/main" id="{2C6070D7-E5F5-3F2E-9B43-BF8CEACEF710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911504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39" name="Group 38">
                      <a:extLst>
                        <a:ext uri="{FF2B5EF4-FFF2-40B4-BE49-F238E27FC236}">
                          <a16:creationId xmlns:a16="http://schemas.microsoft.com/office/drawing/2014/main" id="{EC851473-3D38-275E-44FE-A3A6E3AE33C6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909432" y="3557644"/>
                      <a:ext cx="836195" cy="464457"/>
                      <a:chOff x="3025942" y="3218447"/>
                      <a:chExt cx="836195" cy="464457"/>
                    </a:xfrm>
                  </p:grpSpPr>
                  <p:cxnSp>
                    <p:nvCxnSpPr>
                      <p:cNvPr id="40" name="Straight Arrow Connector 39">
                        <a:extLst>
                          <a:ext uri="{FF2B5EF4-FFF2-40B4-BE49-F238E27FC236}">
                            <a16:creationId xmlns:a16="http://schemas.microsoft.com/office/drawing/2014/main" id="{0B61C810-A041-81CD-88EB-4F45CDB37E26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218447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1" name="Straight Arrow Connector 40">
                        <a:extLst>
                          <a:ext uri="{FF2B5EF4-FFF2-40B4-BE49-F238E27FC236}">
                            <a16:creationId xmlns:a16="http://schemas.microsoft.com/office/drawing/2014/main" id="{113BE16B-D313-682E-B0A2-1D0322B71BD3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457933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2" name="Straight Arrow Connector 41">
                        <a:extLst>
                          <a:ext uri="{FF2B5EF4-FFF2-40B4-BE49-F238E27FC236}">
                            <a16:creationId xmlns:a16="http://schemas.microsoft.com/office/drawing/2014/main" id="{3DD488BB-77BF-1C1F-19E3-666CC300659A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682904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44" name="Group 43">
                      <a:extLst>
                        <a:ext uri="{FF2B5EF4-FFF2-40B4-BE49-F238E27FC236}">
                          <a16:creationId xmlns:a16="http://schemas.microsoft.com/office/drawing/2014/main" id="{2F6BD7AB-4298-08EB-8112-31C440FE31FE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912344" y="4827718"/>
                      <a:ext cx="836195" cy="693057"/>
                      <a:chOff x="3025942" y="3218447"/>
                      <a:chExt cx="836195" cy="693057"/>
                    </a:xfrm>
                  </p:grpSpPr>
                  <p:cxnSp>
                    <p:nvCxnSpPr>
                      <p:cNvPr id="45" name="Straight Arrow Connector 44">
                        <a:extLst>
                          <a:ext uri="{FF2B5EF4-FFF2-40B4-BE49-F238E27FC236}">
                            <a16:creationId xmlns:a16="http://schemas.microsoft.com/office/drawing/2014/main" id="{0F1C7E16-11B1-AB3A-A6F6-720756D38BA5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218447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" name="Straight Arrow Connector 45">
                        <a:extLst>
                          <a:ext uri="{FF2B5EF4-FFF2-40B4-BE49-F238E27FC236}">
                            <a16:creationId xmlns:a16="http://schemas.microsoft.com/office/drawing/2014/main" id="{4C055F4D-A091-08D9-799C-EEB221A6E87E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457933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" name="Straight Arrow Connector 46">
                        <a:extLst>
                          <a:ext uri="{FF2B5EF4-FFF2-40B4-BE49-F238E27FC236}">
                            <a16:creationId xmlns:a16="http://schemas.microsoft.com/office/drawing/2014/main" id="{C6D4F081-6EBC-6656-61DF-C9D5CC6F0AD4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682904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8" name="Straight Arrow Connector 47">
                        <a:extLst>
                          <a:ext uri="{FF2B5EF4-FFF2-40B4-BE49-F238E27FC236}">
                            <a16:creationId xmlns:a16="http://schemas.microsoft.com/office/drawing/2014/main" id="{F4FCDFF0-0322-088E-EEAB-6EE675E03446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911504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49" name="Group 48">
                      <a:extLst>
                        <a:ext uri="{FF2B5EF4-FFF2-40B4-BE49-F238E27FC236}">
                          <a16:creationId xmlns:a16="http://schemas.microsoft.com/office/drawing/2014/main" id="{90A62FB6-B6A3-FFCD-733B-85F9A0B96DDA}"/>
                        </a:ext>
                      </a:extLst>
                    </p:cNvPr>
                    <p:cNvGrpSpPr/>
                    <p:nvPr/>
                  </p:nvGrpSpPr>
                  <p:grpSpPr>
                    <a:xfrm rot="10800000">
                      <a:off x="8914873" y="5734799"/>
                      <a:ext cx="836195" cy="693057"/>
                      <a:chOff x="3025942" y="3218447"/>
                      <a:chExt cx="836195" cy="693057"/>
                    </a:xfrm>
                  </p:grpSpPr>
                  <p:cxnSp>
                    <p:nvCxnSpPr>
                      <p:cNvPr id="50" name="Straight Arrow Connector 49">
                        <a:extLst>
                          <a:ext uri="{FF2B5EF4-FFF2-40B4-BE49-F238E27FC236}">
                            <a16:creationId xmlns:a16="http://schemas.microsoft.com/office/drawing/2014/main" id="{63A06987-3FFF-F675-3A39-389221BF7156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218447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Straight Arrow Connector 50">
                        <a:extLst>
                          <a:ext uri="{FF2B5EF4-FFF2-40B4-BE49-F238E27FC236}">
                            <a16:creationId xmlns:a16="http://schemas.microsoft.com/office/drawing/2014/main" id="{961D2843-AEF4-E2AE-A084-E7A78B6A98B3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457933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Straight Arrow Connector 51">
                        <a:extLst>
                          <a:ext uri="{FF2B5EF4-FFF2-40B4-BE49-F238E27FC236}">
                            <a16:creationId xmlns:a16="http://schemas.microsoft.com/office/drawing/2014/main" id="{A3E9E069-8D56-9BD2-123A-1BD259AE3336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682904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3" name="Straight Arrow Connector 52">
                        <a:extLst>
                          <a:ext uri="{FF2B5EF4-FFF2-40B4-BE49-F238E27FC236}">
                            <a16:creationId xmlns:a16="http://schemas.microsoft.com/office/drawing/2014/main" id="{41D3B53E-9E45-4237-B62C-53CB9E5F0E41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3025942" y="3911504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59" name="Group 58">
                      <a:extLst>
                        <a:ext uri="{FF2B5EF4-FFF2-40B4-BE49-F238E27FC236}">
                          <a16:creationId xmlns:a16="http://schemas.microsoft.com/office/drawing/2014/main" id="{5F2BD634-EB59-DBD0-6A38-207CC25CE45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909432" y="4244357"/>
                      <a:ext cx="836195" cy="239486"/>
                      <a:chOff x="10204832" y="3934086"/>
                      <a:chExt cx="836195" cy="239486"/>
                    </a:xfrm>
                  </p:grpSpPr>
                  <p:cxnSp>
                    <p:nvCxnSpPr>
                      <p:cNvPr id="55" name="Straight Arrow Connector 54">
                        <a:extLst>
                          <a:ext uri="{FF2B5EF4-FFF2-40B4-BE49-F238E27FC236}">
                            <a16:creationId xmlns:a16="http://schemas.microsoft.com/office/drawing/2014/main" id="{EB82634A-BA8F-672A-EBA2-B5452B6C0237}"/>
                          </a:ext>
                        </a:extLst>
                      </p:cNvPr>
                      <p:cNvCxnSpPr/>
                      <p:nvPr/>
                    </p:nvCxnSpPr>
                    <p:spPr>
                      <a:xfrm rot="10800000" flipH="1">
                        <a:off x="10204832" y="4173572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6" name="Straight Arrow Connector 55">
                        <a:extLst>
                          <a:ext uri="{FF2B5EF4-FFF2-40B4-BE49-F238E27FC236}">
                            <a16:creationId xmlns:a16="http://schemas.microsoft.com/office/drawing/2014/main" id="{216E1D04-FA28-C45A-9F5D-F5DE08948208}"/>
                          </a:ext>
                        </a:extLst>
                      </p:cNvPr>
                      <p:cNvCxnSpPr/>
                      <p:nvPr/>
                    </p:nvCxnSpPr>
                    <p:spPr>
                      <a:xfrm rot="10800000" flipH="1">
                        <a:off x="10204832" y="3934086"/>
                        <a:ext cx="836195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70" name="Straight Arrow Connector 69">
                      <a:extLst>
                        <a:ext uri="{FF2B5EF4-FFF2-40B4-BE49-F238E27FC236}">
                          <a16:creationId xmlns:a16="http://schemas.microsoft.com/office/drawing/2014/main" id="{4F13D46E-4919-6A7A-E804-975DC7CCE737}"/>
                        </a:ext>
                      </a:extLst>
                    </p:cNvPr>
                    <p:cNvCxnSpPr/>
                    <p:nvPr/>
                  </p:nvCxnSpPr>
                  <p:spPr>
                    <a:xfrm rot="10800000" flipH="1">
                      <a:off x="8909432" y="1490006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3" name="Group 82">
                    <a:extLst>
                      <a:ext uri="{FF2B5EF4-FFF2-40B4-BE49-F238E27FC236}">
                        <a16:creationId xmlns:a16="http://schemas.microsoft.com/office/drawing/2014/main" id="{C63C683F-93EF-7A23-6551-9413F6742CAC}"/>
                      </a:ext>
                    </a:extLst>
                  </p:cNvPr>
                  <p:cNvGrpSpPr/>
                  <p:nvPr/>
                </p:nvGrpSpPr>
                <p:grpSpPr>
                  <a:xfrm>
                    <a:off x="6553200" y="6325516"/>
                    <a:ext cx="1181087" cy="140613"/>
                    <a:chOff x="6553200" y="6325516"/>
                    <a:chExt cx="1181087" cy="140613"/>
                  </a:xfrm>
                </p:grpSpPr>
                <p:grpSp>
                  <p:nvGrpSpPr>
                    <p:cNvPr id="79" name="Group 78">
                      <a:extLst>
                        <a:ext uri="{FF2B5EF4-FFF2-40B4-BE49-F238E27FC236}">
                          <a16:creationId xmlns:a16="http://schemas.microsoft.com/office/drawing/2014/main" id="{133DC91B-A9C3-4292-81D6-67F2D38AF1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553200" y="6328229"/>
                      <a:ext cx="296640" cy="137887"/>
                      <a:chOff x="6553200" y="6328229"/>
                      <a:chExt cx="296640" cy="137887"/>
                    </a:xfrm>
                  </p:grpSpPr>
                  <p:cxnSp>
                    <p:nvCxnSpPr>
                      <p:cNvPr id="74" name="Straight Arrow Connector 73">
                        <a:extLst>
                          <a:ext uri="{FF2B5EF4-FFF2-40B4-BE49-F238E27FC236}">
                            <a16:creationId xmlns:a16="http://schemas.microsoft.com/office/drawing/2014/main" id="{8C5C33E0-2BDB-02B4-E8C6-1CA926138252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6553200" y="6328229"/>
                        <a:ext cx="0" cy="137885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8" name="Straight Arrow Connector 77">
                        <a:extLst>
                          <a:ext uri="{FF2B5EF4-FFF2-40B4-BE49-F238E27FC236}">
                            <a16:creationId xmlns:a16="http://schemas.microsoft.com/office/drawing/2014/main" id="{44335EDB-CAB5-6D53-8C26-9D16A7DADF42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6849840" y="6328231"/>
                        <a:ext cx="0" cy="137885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82" name="Group 81">
                      <a:extLst>
                        <a:ext uri="{FF2B5EF4-FFF2-40B4-BE49-F238E27FC236}">
                          <a16:creationId xmlns:a16="http://schemas.microsoft.com/office/drawing/2014/main" id="{5BAFC698-B584-BD6F-31F1-45A969915A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500247" y="6325516"/>
                      <a:ext cx="234040" cy="140613"/>
                      <a:chOff x="7500247" y="6325516"/>
                      <a:chExt cx="234040" cy="140613"/>
                    </a:xfrm>
                  </p:grpSpPr>
                  <p:cxnSp>
                    <p:nvCxnSpPr>
                      <p:cNvPr id="80" name="Straight Arrow Connector 79">
                        <a:extLst>
                          <a:ext uri="{FF2B5EF4-FFF2-40B4-BE49-F238E27FC236}">
                            <a16:creationId xmlns:a16="http://schemas.microsoft.com/office/drawing/2014/main" id="{F463EEED-1DC3-5258-0D9E-1034B97B999C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7500247" y="6325516"/>
                        <a:ext cx="0" cy="137885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1" name="Straight Arrow Connector 80">
                        <a:extLst>
                          <a:ext uri="{FF2B5EF4-FFF2-40B4-BE49-F238E27FC236}">
                            <a16:creationId xmlns:a16="http://schemas.microsoft.com/office/drawing/2014/main" id="{EDD704B9-B8CB-51D0-F2C0-0D2F6F51572D}"/>
                          </a:ext>
                        </a:extLst>
                      </p:cNvPr>
                      <p:cNvCxnSpPr/>
                      <p:nvPr/>
                    </p:nvCxnSpPr>
                    <p:spPr>
                      <a:xfrm>
                        <a:off x="7734287" y="6328244"/>
                        <a:ext cx="0" cy="137885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85" name="Straight Arrow Connector 84">
                    <a:extLst>
                      <a:ext uri="{FF2B5EF4-FFF2-40B4-BE49-F238E27FC236}">
                        <a16:creationId xmlns:a16="http://schemas.microsoft.com/office/drawing/2014/main" id="{07587B5F-3AB5-3247-7E19-4A12ACB4E7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638801" y="2935421"/>
                    <a:ext cx="1553028" cy="3459037"/>
                  </a:xfrm>
                  <a:prstGeom prst="straightConnector1">
                    <a:avLst/>
                  </a:prstGeom>
                  <a:ln>
                    <a:headEnd type="triangle"/>
                    <a:tailEnd type="triangle"/>
                  </a:ln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5856F916-AD84-167F-6762-06E0174DC454}"/>
                  </a:ext>
                </a:extLst>
              </p:cNvPr>
              <p:cNvGrpSpPr/>
              <p:nvPr/>
            </p:nvGrpSpPr>
            <p:grpSpPr>
              <a:xfrm>
                <a:off x="164605" y="2590335"/>
                <a:ext cx="2113829" cy="3394737"/>
                <a:chOff x="164605" y="2590335"/>
                <a:chExt cx="2113829" cy="3394737"/>
              </a:xfrm>
            </p:grpSpPr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898EC58E-ADC2-6F63-C1F6-44542CDAA822}"/>
                    </a:ext>
                  </a:extLst>
                </p:cNvPr>
                <p:cNvGrpSpPr/>
                <p:nvPr/>
              </p:nvGrpSpPr>
              <p:grpSpPr>
                <a:xfrm>
                  <a:off x="165432" y="2590335"/>
                  <a:ext cx="2109300" cy="944020"/>
                  <a:chOff x="165432" y="2590335"/>
                  <a:chExt cx="2109300" cy="944020"/>
                </a:xfrm>
              </p:grpSpPr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D7E2A135-8232-D46C-F122-903478DAF6D3}"/>
                      </a:ext>
                    </a:extLst>
                  </p:cNvPr>
                  <p:cNvSpPr txBox="1"/>
                  <p:nvPr/>
                </p:nvSpPr>
                <p:spPr>
                  <a:xfrm>
                    <a:off x="166914" y="2590335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endParaRPr lang="en-IN" sz="1200" b="1" dirty="0">
                      <a:latin typeface="Arial Black" panose="020B0A04020102020204" pitchFamily="34" charset="0"/>
                    </a:endParaRPr>
                  </a:p>
                </p:txBody>
              </p:sp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791BA3E3-F9DA-D0B3-8783-005871BBC5BA}"/>
                      </a:ext>
                    </a:extLst>
                  </p:cNvPr>
                  <p:cNvSpPr txBox="1"/>
                  <p:nvPr/>
                </p:nvSpPr>
                <p:spPr>
                  <a:xfrm>
                    <a:off x="165432" y="3257356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IN" sz="1200" dirty="0"/>
                      <a:t>3V3</a:t>
                    </a:r>
                  </a:p>
                </p:txBody>
              </p:sp>
            </p:grpSp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8CE1095B-049F-9743-55CB-FC9C199DAF58}"/>
                    </a:ext>
                  </a:extLst>
                </p:cNvPr>
                <p:cNvGrpSpPr/>
                <p:nvPr/>
              </p:nvGrpSpPr>
              <p:grpSpPr>
                <a:xfrm>
                  <a:off x="164605" y="3504498"/>
                  <a:ext cx="2113829" cy="739124"/>
                  <a:chOff x="164605" y="2617203"/>
                  <a:chExt cx="2113829" cy="739124"/>
                </a:xfrm>
              </p:grpSpPr>
              <p:grpSp>
                <p:nvGrpSpPr>
                  <p:cNvPr id="98" name="Group 97">
                    <a:extLst>
                      <a:ext uri="{FF2B5EF4-FFF2-40B4-BE49-F238E27FC236}">
                        <a16:creationId xmlns:a16="http://schemas.microsoft.com/office/drawing/2014/main" id="{E60CF6F3-0548-17F8-8F3E-3BEC143426BC}"/>
                      </a:ext>
                    </a:extLst>
                  </p:cNvPr>
                  <p:cNvGrpSpPr/>
                  <p:nvPr/>
                </p:nvGrpSpPr>
                <p:grpSpPr>
                  <a:xfrm>
                    <a:off x="164605" y="2617203"/>
                    <a:ext cx="2113829" cy="503046"/>
                    <a:chOff x="164605" y="2617203"/>
                    <a:chExt cx="2113829" cy="503046"/>
                  </a:xfrm>
                </p:grpSpPr>
                <p:sp>
                  <p:nvSpPr>
                    <p:cNvPr id="102" name="TextBox 101">
                      <a:extLst>
                        <a:ext uri="{FF2B5EF4-FFF2-40B4-BE49-F238E27FC236}">
                          <a16:creationId xmlns:a16="http://schemas.microsoft.com/office/drawing/2014/main" id="{B52DA405-D060-4D8A-B619-4EA5563B482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0616" y="2617203"/>
                      <a:ext cx="210781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en-IN" sz="1200" dirty="0"/>
                        <a:t>5V(USB Power Output)</a:t>
                      </a:r>
                      <a:endParaRPr lang="en-IN" sz="1200" b="1" dirty="0">
                        <a:latin typeface="Arial Black" panose="020B0A04020102020204" pitchFamily="34" charset="0"/>
                      </a:endParaRPr>
                    </a:p>
                  </p:txBody>
                </p:sp>
                <p:sp>
                  <p:nvSpPr>
                    <p:cNvPr id="103" name="TextBox 102">
                      <a:extLst>
                        <a:ext uri="{FF2B5EF4-FFF2-40B4-BE49-F238E27FC236}">
                          <a16:creationId xmlns:a16="http://schemas.microsoft.com/office/drawing/2014/main" id="{8908306B-2C5B-0686-7020-378C93DBA53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4605" y="2843250"/>
                      <a:ext cx="210781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:r>
                        <a:rPr lang="en-IN" sz="1200" dirty="0"/>
                        <a:t>AMG8833 Sensor </a:t>
                      </a:r>
                      <a:r>
                        <a:rPr lang="en-IN" sz="1200" b="1" dirty="0"/>
                        <a:t>GND</a:t>
                      </a:r>
                      <a:endParaRPr lang="en-IN" sz="1200" dirty="0"/>
                    </a:p>
                  </p:txBody>
                </p:sp>
              </p:grpSp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868B9C03-BC57-9FD8-A760-91ECA4B234D7}"/>
                      </a:ext>
                    </a:extLst>
                  </p:cNvPr>
                  <p:cNvSpPr txBox="1"/>
                  <p:nvPr/>
                </p:nvSpPr>
                <p:spPr>
                  <a:xfrm>
                    <a:off x="166914" y="3079328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IN" sz="1200" dirty="0"/>
                      <a:t>ST7735 TFT Display </a:t>
                    </a:r>
                    <a:r>
                      <a:rPr lang="en-IN" sz="1200" b="1" dirty="0"/>
                      <a:t>GND</a:t>
                    </a:r>
                    <a:endParaRPr lang="en-IN" sz="1200" dirty="0"/>
                  </a:p>
                </p:txBody>
              </p:sp>
            </p:grp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ACE66A35-5119-86C5-CEFB-9708E5A9E338}"/>
                    </a:ext>
                  </a:extLst>
                </p:cNvPr>
                <p:cNvSpPr txBox="1"/>
                <p:nvPr/>
              </p:nvSpPr>
              <p:spPr>
                <a:xfrm>
                  <a:off x="164605" y="5569574"/>
                  <a:ext cx="2107818" cy="4154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050" dirty="0"/>
                    <a:t>ST7735 TFT Display </a:t>
                  </a:r>
                  <a:r>
                    <a:rPr lang="en-US" sz="1050" b="1" dirty="0"/>
                    <a:t>DC/A0</a:t>
                  </a:r>
                  <a:r>
                    <a:rPr lang="en-IN" sz="1050" dirty="0"/>
                    <a:t>(Data/Command)</a:t>
                  </a:r>
                </a:p>
              </p:txBody>
            </p:sp>
          </p:grpSp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905564FA-816E-E5C9-5685-7732223BA0CB}"/>
                  </a:ext>
                </a:extLst>
              </p:cNvPr>
              <p:cNvGrpSpPr/>
              <p:nvPr/>
            </p:nvGrpSpPr>
            <p:grpSpPr>
              <a:xfrm>
                <a:off x="9010366" y="857271"/>
                <a:ext cx="2535634" cy="4304236"/>
                <a:chOff x="9010366" y="857271"/>
                <a:chExt cx="2535634" cy="4304236"/>
              </a:xfrm>
            </p:grpSpPr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A97578FC-3675-4D30-83EE-69E532E5611D}"/>
                    </a:ext>
                  </a:extLst>
                </p:cNvPr>
                <p:cNvSpPr txBox="1"/>
                <p:nvPr/>
              </p:nvSpPr>
              <p:spPr>
                <a:xfrm>
                  <a:off x="9041585" y="857271"/>
                  <a:ext cx="210781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/>
                    <a:t>RESET</a:t>
                  </a:r>
                </a:p>
              </p:txBody>
            </p:sp>
            <p:grpSp>
              <p:nvGrpSpPr>
                <p:cNvPr id="160" name="Group 159">
                  <a:extLst>
                    <a:ext uri="{FF2B5EF4-FFF2-40B4-BE49-F238E27FC236}">
                      <a16:creationId xmlns:a16="http://schemas.microsoft.com/office/drawing/2014/main" id="{CD4659AB-8537-B30D-1F48-028429B29B37}"/>
                    </a:ext>
                  </a:extLst>
                </p:cNvPr>
                <p:cNvGrpSpPr/>
                <p:nvPr/>
              </p:nvGrpSpPr>
              <p:grpSpPr>
                <a:xfrm>
                  <a:off x="9010366" y="2014142"/>
                  <a:ext cx="2535634" cy="3147365"/>
                  <a:chOff x="9010366" y="2014142"/>
                  <a:chExt cx="2535634" cy="3147365"/>
                </a:xfrm>
              </p:grpSpPr>
              <p:grpSp>
                <p:nvGrpSpPr>
                  <p:cNvPr id="127" name="Group 126">
                    <a:extLst>
                      <a:ext uri="{FF2B5EF4-FFF2-40B4-BE49-F238E27FC236}">
                        <a16:creationId xmlns:a16="http://schemas.microsoft.com/office/drawing/2014/main" id="{9879E32B-9296-1561-4BDB-0FCD4B9FE5B8}"/>
                      </a:ext>
                    </a:extLst>
                  </p:cNvPr>
                  <p:cNvGrpSpPr/>
                  <p:nvPr/>
                </p:nvGrpSpPr>
                <p:grpSpPr>
                  <a:xfrm>
                    <a:off x="9017586" y="2014142"/>
                    <a:ext cx="2528414" cy="1409507"/>
                    <a:chOff x="169784" y="2799532"/>
                    <a:chExt cx="2528414" cy="1409507"/>
                  </a:xfrm>
                </p:grpSpPr>
                <p:grpSp>
                  <p:nvGrpSpPr>
                    <p:cNvPr id="145" name="Group 144">
                      <a:extLst>
                        <a:ext uri="{FF2B5EF4-FFF2-40B4-BE49-F238E27FC236}">
                          <a16:creationId xmlns:a16="http://schemas.microsoft.com/office/drawing/2014/main" id="{364DB5D0-67C0-36F1-B396-C0772B866A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9784" y="2799532"/>
                      <a:ext cx="2117537" cy="1409507"/>
                      <a:chOff x="169784" y="2799532"/>
                      <a:chExt cx="2117537" cy="1409507"/>
                    </a:xfrm>
                  </p:grpSpPr>
                  <p:sp>
                    <p:nvSpPr>
                      <p:cNvPr id="149" name="TextBox 148">
                        <a:extLst>
                          <a:ext uri="{FF2B5EF4-FFF2-40B4-BE49-F238E27FC236}">
                            <a16:creationId xmlns:a16="http://schemas.microsoft.com/office/drawing/2014/main" id="{E5CEBABF-F6F1-D307-A724-C75BAC79076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9503" y="3932040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200" dirty="0"/>
                          <a:t>SCL/CLK (GPIO 18)</a:t>
                        </a:r>
                      </a:p>
                    </p:txBody>
                  </p:sp>
                  <p:sp>
                    <p:nvSpPr>
                      <p:cNvPr id="150" name="TextBox 149">
                        <a:extLst>
                          <a:ext uri="{FF2B5EF4-FFF2-40B4-BE49-F238E27FC236}">
                            <a16:creationId xmlns:a16="http://schemas.microsoft.com/office/drawing/2014/main" id="{1E8B91B7-DEF8-AFCA-1F96-DC7CE4838F1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9784" y="2799532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200" dirty="0"/>
                          <a:t>SDA (AMG8833)</a:t>
                        </a:r>
                      </a:p>
                    </p:txBody>
                  </p:sp>
                </p:grpSp>
                <p:grpSp>
                  <p:nvGrpSpPr>
                    <p:cNvPr id="146" name="Group 145">
                      <a:extLst>
                        <a:ext uri="{FF2B5EF4-FFF2-40B4-BE49-F238E27FC236}">
                          <a16:creationId xmlns:a16="http://schemas.microsoft.com/office/drawing/2014/main" id="{779B4CBD-3D7F-E6F0-9862-1DD1CD7CB5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8665" y="3032317"/>
                      <a:ext cx="2519533" cy="730729"/>
                      <a:chOff x="180151" y="2601395"/>
                      <a:chExt cx="2519533" cy="730729"/>
                    </a:xfrm>
                  </p:grpSpPr>
                  <p:sp>
                    <p:nvSpPr>
                      <p:cNvPr id="147" name="TextBox 146">
                        <a:extLst>
                          <a:ext uri="{FF2B5EF4-FFF2-40B4-BE49-F238E27FC236}">
                            <a16:creationId xmlns:a16="http://schemas.microsoft.com/office/drawing/2014/main" id="{54170341-BC16-4156-E445-5DE9B01EEE3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95269" y="3055125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200" dirty="0"/>
                          <a:t>MOSI (GPIO 23)</a:t>
                        </a:r>
                      </a:p>
                    </p:txBody>
                  </p:sp>
                  <p:sp>
                    <p:nvSpPr>
                      <p:cNvPr id="148" name="TextBox 147">
                        <a:extLst>
                          <a:ext uri="{FF2B5EF4-FFF2-40B4-BE49-F238E27FC236}">
                            <a16:creationId xmlns:a16="http://schemas.microsoft.com/office/drawing/2014/main" id="{55DC69C0-D6FE-DBBD-747E-0465E1931C3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0151" y="2601395"/>
                        <a:ext cx="2519533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200" dirty="0"/>
                          <a:t>AMG8833 Sensor </a:t>
                        </a:r>
                        <a:r>
                          <a:rPr lang="en-US" sz="1200" b="1" dirty="0"/>
                          <a:t>AD0 (Address Pin)</a:t>
                        </a:r>
                        <a:endParaRPr lang="en-IN" sz="1200" dirty="0"/>
                      </a:p>
                    </p:txBody>
                  </p:sp>
                </p:grpSp>
              </p:grpSp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37885CCD-235C-650E-C6C8-38A3987341E4}"/>
                      </a:ext>
                    </a:extLst>
                  </p:cNvPr>
                  <p:cNvSpPr txBox="1"/>
                  <p:nvPr/>
                </p:nvSpPr>
                <p:spPr>
                  <a:xfrm>
                    <a:off x="9010366" y="4884508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100" dirty="0"/>
                      <a:t>ST7735-TFT Display </a:t>
                    </a:r>
                    <a:r>
                      <a:rPr lang="en-IN" sz="1100" b="1" dirty="0"/>
                      <a:t>CS</a:t>
                    </a:r>
                    <a:r>
                      <a:rPr lang="en-IN" sz="1200" b="1" dirty="0"/>
                      <a:t>(</a:t>
                    </a:r>
                    <a:r>
                      <a:rPr lang="en-IN" sz="800" b="1" dirty="0"/>
                      <a:t>CHIP SELECT)</a:t>
                    </a:r>
                    <a:endParaRPr lang="en-IN" sz="1200" dirty="0"/>
                  </a:p>
                </p:txBody>
              </p:sp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FB4C3A6B-3C8A-EA94-94E4-399C23AB4168}"/>
                      </a:ext>
                    </a:extLst>
                  </p:cNvPr>
                  <p:cNvSpPr txBox="1"/>
                  <p:nvPr/>
                </p:nvSpPr>
                <p:spPr>
                  <a:xfrm>
                    <a:off x="9027305" y="4201034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/>
                      <a:t>AMG8833 Sensor </a:t>
                    </a:r>
                    <a:r>
                      <a:rPr lang="en-IN" sz="1200" b="1" dirty="0"/>
                      <a:t>VIN</a:t>
                    </a:r>
                    <a:endParaRPr lang="en-IN" sz="1200" dirty="0"/>
                  </a:p>
                </p:txBody>
              </p:sp>
            </p:grpSp>
          </p:grpSp>
        </p:grp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DFE70844-690C-E9F3-D208-FE50107471CF}"/>
                </a:ext>
              </a:extLst>
            </p:cNvPr>
            <p:cNvCxnSpPr/>
            <p:nvPr/>
          </p:nvCxnSpPr>
          <p:spPr>
            <a:xfrm rot="10800000" flipH="1">
              <a:off x="8075833" y="2899676"/>
              <a:ext cx="8361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AE660689-1E98-9F9A-67A5-3E3991E6A970}"/>
              </a:ext>
            </a:extLst>
          </p:cNvPr>
          <p:cNvSpPr txBox="1"/>
          <p:nvPr/>
        </p:nvSpPr>
        <p:spPr>
          <a:xfrm>
            <a:off x="8849292" y="1845652"/>
            <a:ext cx="2107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SCL (AMG8833)</a:t>
            </a:r>
          </a:p>
        </p:txBody>
      </p:sp>
    </p:spTree>
    <p:extLst>
      <p:ext uri="{BB962C8B-B14F-4D97-AF65-F5344CB8AC3E}">
        <p14:creationId xmlns:p14="http://schemas.microsoft.com/office/powerpoint/2010/main" val="2332890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4F7DB-7DBE-77E3-BBB9-47348B133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roup 161">
            <a:extLst>
              <a:ext uri="{FF2B5EF4-FFF2-40B4-BE49-F238E27FC236}">
                <a16:creationId xmlns:a16="http://schemas.microsoft.com/office/drawing/2014/main" id="{49D6DC07-8CC0-62DB-ACBE-FDCB6322D59C}"/>
              </a:ext>
            </a:extLst>
          </p:cNvPr>
          <p:cNvGrpSpPr/>
          <p:nvPr/>
        </p:nvGrpSpPr>
        <p:grpSpPr>
          <a:xfrm>
            <a:off x="-17851" y="180609"/>
            <a:ext cx="11006180" cy="6377580"/>
            <a:chOff x="143223" y="115295"/>
            <a:chExt cx="11006180" cy="6377580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E0E5A3B0-567D-8A39-08AF-C228B66CD7DD}"/>
                </a:ext>
              </a:extLst>
            </p:cNvPr>
            <p:cNvGrpSpPr/>
            <p:nvPr/>
          </p:nvGrpSpPr>
          <p:grpSpPr>
            <a:xfrm>
              <a:off x="2269290" y="115295"/>
              <a:ext cx="6804955" cy="6377580"/>
              <a:chOff x="2965975" y="81291"/>
              <a:chExt cx="6804955" cy="6377580"/>
            </a:xfrm>
          </p:grpSpPr>
          <p:pic>
            <p:nvPicPr>
              <p:cNvPr id="6" name="Picture 5" descr="A close-up of a circuit board&#10;&#10;AI-generated content may be incorrect.">
                <a:extLst>
                  <a:ext uri="{FF2B5EF4-FFF2-40B4-BE49-F238E27FC236}">
                    <a16:creationId xmlns:a16="http://schemas.microsoft.com/office/drawing/2014/main" id="{F450727A-89A8-1FDD-E5EF-220A38FD6C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05703" y="81291"/>
                <a:ext cx="5125500" cy="6246938"/>
              </a:xfrm>
              <a:prstGeom prst="rect">
                <a:avLst/>
              </a:prstGeom>
            </p:spPr>
          </p:pic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4783662E-AE3B-2C29-77D4-132E9FDEC258}"/>
                  </a:ext>
                </a:extLst>
              </p:cNvPr>
              <p:cNvGrpSpPr/>
              <p:nvPr/>
            </p:nvGrpSpPr>
            <p:grpSpPr>
              <a:xfrm>
                <a:off x="2965975" y="960239"/>
                <a:ext cx="6804955" cy="5498632"/>
                <a:chOff x="2967884" y="967497"/>
                <a:chExt cx="6804955" cy="5498632"/>
              </a:xfrm>
            </p:grpSpPr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17F73557-8515-1285-3076-18C6CC346077}"/>
                    </a:ext>
                  </a:extLst>
                </p:cNvPr>
                <p:cNvGrpSpPr/>
                <p:nvPr/>
              </p:nvGrpSpPr>
              <p:grpSpPr>
                <a:xfrm>
                  <a:off x="2967884" y="2695935"/>
                  <a:ext cx="836197" cy="3255967"/>
                  <a:chOff x="3025940" y="3218447"/>
                  <a:chExt cx="836197" cy="3255967"/>
                </a:xfrm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13D78251-243A-6488-6CA8-15A8906170DC}"/>
                      </a:ext>
                    </a:extLst>
                  </p:cNvPr>
                  <p:cNvGrpSpPr/>
                  <p:nvPr/>
                </p:nvGrpSpPr>
                <p:grpSpPr>
                  <a:xfrm>
                    <a:off x="3025942" y="3218447"/>
                    <a:ext cx="836195" cy="693057"/>
                    <a:chOff x="3025942" y="3218447"/>
                    <a:chExt cx="836195" cy="693057"/>
                  </a:xfrm>
                </p:grpSpPr>
                <p:cxnSp>
                  <p:nvCxnSpPr>
                    <p:cNvPr id="11" name="Straight Arrow Connector 10">
                      <a:extLst>
                        <a:ext uri="{FF2B5EF4-FFF2-40B4-BE49-F238E27FC236}">
                          <a16:creationId xmlns:a16="http://schemas.microsoft.com/office/drawing/2014/main" id="{AED55612-A02D-F717-F73A-1F791DA69DFF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218447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" name="Straight Arrow Connector 18">
                      <a:extLst>
                        <a:ext uri="{FF2B5EF4-FFF2-40B4-BE49-F238E27FC236}">
                          <a16:creationId xmlns:a16="http://schemas.microsoft.com/office/drawing/2014/main" id="{FD21E999-B923-4526-7F1D-33EEB196019B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457933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Straight Arrow Connector 19">
                      <a:extLst>
                        <a:ext uri="{FF2B5EF4-FFF2-40B4-BE49-F238E27FC236}">
                          <a16:creationId xmlns:a16="http://schemas.microsoft.com/office/drawing/2014/main" id="{F662155F-6219-B5B0-71AA-AC037668ECD6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68290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Straight Arrow Connector 20">
                      <a:extLst>
                        <a:ext uri="{FF2B5EF4-FFF2-40B4-BE49-F238E27FC236}">
                          <a16:creationId xmlns:a16="http://schemas.microsoft.com/office/drawing/2014/main" id="{C7862CDE-546C-9EAC-9AEA-DA9C44B1AE0F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91150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0B3EA0FB-E35F-C9F2-EC8D-EEDE4317C01B}"/>
                      </a:ext>
                    </a:extLst>
                  </p:cNvPr>
                  <p:cNvGrpSpPr/>
                  <p:nvPr/>
                </p:nvGrpSpPr>
                <p:grpSpPr>
                  <a:xfrm>
                    <a:off x="3025941" y="4140104"/>
                    <a:ext cx="836195" cy="693057"/>
                    <a:chOff x="3025942" y="3218447"/>
                    <a:chExt cx="836195" cy="693057"/>
                  </a:xfrm>
                </p:grpSpPr>
                <p:cxnSp>
                  <p:nvCxnSpPr>
                    <p:cNvPr id="25" name="Straight Arrow Connector 24">
                      <a:extLst>
                        <a:ext uri="{FF2B5EF4-FFF2-40B4-BE49-F238E27FC236}">
                          <a16:creationId xmlns:a16="http://schemas.microsoft.com/office/drawing/2014/main" id="{D323F174-147E-CC4B-78B5-F1C95AD568DE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218447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Straight Arrow Connector 25">
                      <a:extLst>
                        <a:ext uri="{FF2B5EF4-FFF2-40B4-BE49-F238E27FC236}">
                          <a16:creationId xmlns:a16="http://schemas.microsoft.com/office/drawing/2014/main" id="{C8B3700B-4C02-149E-66FA-A0C0BFFB5AC5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457933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" name="Straight Arrow Connector 26">
                      <a:extLst>
                        <a:ext uri="{FF2B5EF4-FFF2-40B4-BE49-F238E27FC236}">
                          <a16:creationId xmlns:a16="http://schemas.microsoft.com/office/drawing/2014/main" id="{51A4946C-018A-B9F0-644B-9F91329DF8C4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68290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Straight Arrow Connector 27">
                      <a:extLst>
                        <a:ext uri="{FF2B5EF4-FFF2-40B4-BE49-F238E27FC236}">
                          <a16:creationId xmlns:a16="http://schemas.microsoft.com/office/drawing/2014/main" id="{EA56F289-8BE6-CC14-4746-3C718D8A2B64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91150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F3350F02-6283-2666-18BD-6AC382F9A63D}"/>
                      </a:ext>
                    </a:extLst>
                  </p:cNvPr>
                  <p:cNvGrpSpPr/>
                  <p:nvPr/>
                </p:nvGrpSpPr>
                <p:grpSpPr>
                  <a:xfrm>
                    <a:off x="3025941" y="5306819"/>
                    <a:ext cx="836195" cy="693057"/>
                    <a:chOff x="3025942" y="3218447"/>
                    <a:chExt cx="836195" cy="693057"/>
                  </a:xfrm>
                </p:grpSpPr>
                <p:cxnSp>
                  <p:nvCxnSpPr>
                    <p:cNvPr id="30" name="Straight Arrow Connector 29">
                      <a:extLst>
                        <a:ext uri="{FF2B5EF4-FFF2-40B4-BE49-F238E27FC236}">
                          <a16:creationId xmlns:a16="http://schemas.microsoft.com/office/drawing/2014/main" id="{B87786F5-9D41-94B9-0673-38649FD96234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218447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" name="Straight Arrow Connector 30">
                      <a:extLst>
                        <a:ext uri="{FF2B5EF4-FFF2-40B4-BE49-F238E27FC236}">
                          <a16:creationId xmlns:a16="http://schemas.microsoft.com/office/drawing/2014/main" id="{D997B11A-F59D-3C4F-C329-D63E44C224E0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457933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Straight Arrow Connector 31">
                      <a:extLst>
                        <a:ext uri="{FF2B5EF4-FFF2-40B4-BE49-F238E27FC236}">
                          <a16:creationId xmlns:a16="http://schemas.microsoft.com/office/drawing/2014/main" id="{BB7FA60B-90B6-0B26-A818-D9D9210B5C23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68290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" name="Straight Arrow Connector 32">
                      <a:extLst>
                        <a:ext uri="{FF2B5EF4-FFF2-40B4-BE49-F238E27FC236}">
                          <a16:creationId xmlns:a16="http://schemas.microsoft.com/office/drawing/2014/main" id="{3449E504-6FCC-76C1-6C47-B47CF761F811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91150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0" name="Group 59">
                    <a:extLst>
                      <a:ext uri="{FF2B5EF4-FFF2-40B4-BE49-F238E27FC236}">
                        <a16:creationId xmlns:a16="http://schemas.microsoft.com/office/drawing/2014/main" id="{BB3FB239-F729-A70A-9308-67ECDE28615C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3025940" y="6245814"/>
                    <a:ext cx="836195" cy="228600"/>
                    <a:chOff x="10204832" y="3480515"/>
                    <a:chExt cx="836195" cy="228600"/>
                  </a:xfrm>
                </p:grpSpPr>
                <p:cxnSp>
                  <p:nvCxnSpPr>
                    <p:cNvPr id="57" name="Straight Arrow Connector 56">
                      <a:extLst>
                        <a:ext uri="{FF2B5EF4-FFF2-40B4-BE49-F238E27FC236}">
                          <a16:creationId xmlns:a16="http://schemas.microsoft.com/office/drawing/2014/main" id="{BAF2B20F-AD02-5D38-EB5F-24CE425DD31B}"/>
                        </a:ext>
                      </a:extLst>
                    </p:cNvPr>
                    <p:cNvCxnSpPr/>
                    <p:nvPr/>
                  </p:nvCxnSpPr>
                  <p:spPr>
                    <a:xfrm rot="10800000" flipH="1">
                      <a:off x="10204832" y="3709115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" name="Straight Arrow Connector 57">
                      <a:extLst>
                        <a:ext uri="{FF2B5EF4-FFF2-40B4-BE49-F238E27FC236}">
                          <a16:creationId xmlns:a16="http://schemas.microsoft.com/office/drawing/2014/main" id="{8A253B6D-167E-D9C8-009F-664F261D9540}"/>
                        </a:ext>
                      </a:extLst>
                    </p:cNvPr>
                    <p:cNvCxnSpPr/>
                    <p:nvPr/>
                  </p:nvCxnSpPr>
                  <p:spPr>
                    <a:xfrm rot="10800000" flipH="1">
                      <a:off x="10204832" y="3480515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33A0354B-7F84-7608-EB0C-D5182BD0EAC1}"/>
                    </a:ext>
                  </a:extLst>
                </p:cNvPr>
                <p:cNvGrpSpPr/>
                <p:nvPr/>
              </p:nvGrpSpPr>
              <p:grpSpPr>
                <a:xfrm>
                  <a:off x="8931203" y="967497"/>
                  <a:ext cx="841636" cy="4937850"/>
                  <a:chOff x="8909432" y="1490006"/>
                  <a:chExt cx="841636" cy="4937850"/>
                </a:xfrm>
              </p:grpSpPr>
              <p:grpSp>
                <p:nvGrpSpPr>
                  <p:cNvPr id="34" name="Group 33">
                    <a:extLst>
                      <a:ext uri="{FF2B5EF4-FFF2-40B4-BE49-F238E27FC236}">
                        <a16:creationId xmlns:a16="http://schemas.microsoft.com/office/drawing/2014/main" id="{961EA8CE-2BF1-1427-6183-02D60F56FCC9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909432" y="2417264"/>
                    <a:ext cx="836195" cy="693057"/>
                    <a:chOff x="3025942" y="3218447"/>
                    <a:chExt cx="836195" cy="693057"/>
                  </a:xfrm>
                </p:grpSpPr>
                <p:cxnSp>
                  <p:nvCxnSpPr>
                    <p:cNvPr id="35" name="Straight Arrow Connector 34">
                      <a:extLst>
                        <a:ext uri="{FF2B5EF4-FFF2-40B4-BE49-F238E27FC236}">
                          <a16:creationId xmlns:a16="http://schemas.microsoft.com/office/drawing/2014/main" id="{BAB96AAA-C704-3E49-E5B0-26C3CB6073BA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218447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" name="Straight Arrow Connector 35">
                      <a:extLst>
                        <a:ext uri="{FF2B5EF4-FFF2-40B4-BE49-F238E27FC236}">
                          <a16:creationId xmlns:a16="http://schemas.microsoft.com/office/drawing/2014/main" id="{A37B044F-C4B1-F4F1-CDF2-1A923A01C258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457933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Straight Arrow Connector 36">
                      <a:extLst>
                        <a:ext uri="{FF2B5EF4-FFF2-40B4-BE49-F238E27FC236}">
                          <a16:creationId xmlns:a16="http://schemas.microsoft.com/office/drawing/2014/main" id="{CF7A6A28-DFAF-0673-B40E-A14F9A8B1F78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68290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Straight Arrow Connector 37">
                      <a:extLst>
                        <a:ext uri="{FF2B5EF4-FFF2-40B4-BE49-F238E27FC236}">
                          <a16:creationId xmlns:a16="http://schemas.microsoft.com/office/drawing/2014/main" id="{7EECEBF6-41C8-8521-0934-3C51913DBB92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91150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CA14FF14-24B0-D4EB-C33C-B97528D9456F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909432" y="3329044"/>
                    <a:ext cx="836195" cy="693057"/>
                    <a:chOff x="3025942" y="3218447"/>
                    <a:chExt cx="836195" cy="693057"/>
                  </a:xfrm>
                </p:grpSpPr>
                <p:cxnSp>
                  <p:nvCxnSpPr>
                    <p:cNvPr id="40" name="Straight Arrow Connector 39">
                      <a:extLst>
                        <a:ext uri="{FF2B5EF4-FFF2-40B4-BE49-F238E27FC236}">
                          <a16:creationId xmlns:a16="http://schemas.microsoft.com/office/drawing/2014/main" id="{BE7DC57F-E49E-7E47-8BFD-B39ED7E44747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218447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Straight Arrow Connector 40">
                      <a:extLst>
                        <a:ext uri="{FF2B5EF4-FFF2-40B4-BE49-F238E27FC236}">
                          <a16:creationId xmlns:a16="http://schemas.microsoft.com/office/drawing/2014/main" id="{1C8A1F26-D5E3-9C61-6A2A-B5E624528A0E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457933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" name="Straight Arrow Connector 41">
                      <a:extLst>
                        <a:ext uri="{FF2B5EF4-FFF2-40B4-BE49-F238E27FC236}">
                          <a16:creationId xmlns:a16="http://schemas.microsoft.com/office/drawing/2014/main" id="{709B0ACB-4E9C-C60D-BC0D-795A0C5EDC2D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68290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" name="Straight Arrow Connector 42">
                      <a:extLst>
                        <a:ext uri="{FF2B5EF4-FFF2-40B4-BE49-F238E27FC236}">
                          <a16:creationId xmlns:a16="http://schemas.microsoft.com/office/drawing/2014/main" id="{F5BE2902-7F21-EDC8-83BC-B66F4B2E5B84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91150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4" name="Group 43">
                    <a:extLst>
                      <a:ext uri="{FF2B5EF4-FFF2-40B4-BE49-F238E27FC236}">
                        <a16:creationId xmlns:a16="http://schemas.microsoft.com/office/drawing/2014/main" id="{3B86DBD8-4DB6-E505-15DF-510894624CE8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912344" y="4827718"/>
                    <a:ext cx="836195" cy="693057"/>
                    <a:chOff x="3025942" y="3218447"/>
                    <a:chExt cx="836195" cy="693057"/>
                  </a:xfrm>
                </p:grpSpPr>
                <p:cxnSp>
                  <p:nvCxnSpPr>
                    <p:cNvPr id="45" name="Straight Arrow Connector 44">
                      <a:extLst>
                        <a:ext uri="{FF2B5EF4-FFF2-40B4-BE49-F238E27FC236}">
                          <a16:creationId xmlns:a16="http://schemas.microsoft.com/office/drawing/2014/main" id="{9EFB8F04-A555-EE95-B8EF-251086548296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218447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" name="Straight Arrow Connector 45">
                      <a:extLst>
                        <a:ext uri="{FF2B5EF4-FFF2-40B4-BE49-F238E27FC236}">
                          <a16:creationId xmlns:a16="http://schemas.microsoft.com/office/drawing/2014/main" id="{775C88C3-EF74-F2D6-F7D1-23AA66DC8FFF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457933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Straight Arrow Connector 46">
                      <a:extLst>
                        <a:ext uri="{FF2B5EF4-FFF2-40B4-BE49-F238E27FC236}">
                          <a16:creationId xmlns:a16="http://schemas.microsoft.com/office/drawing/2014/main" id="{8F88ECFD-400F-5AAE-FB64-FA94BA8C5CE9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68290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Straight Arrow Connector 47">
                      <a:extLst>
                        <a:ext uri="{FF2B5EF4-FFF2-40B4-BE49-F238E27FC236}">
                          <a16:creationId xmlns:a16="http://schemas.microsoft.com/office/drawing/2014/main" id="{EC017DD3-2829-F69F-89D3-3106A7B336C6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91150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C417F040-1F4E-C3BD-8E5E-6791B8FDE921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8914873" y="5734799"/>
                    <a:ext cx="836195" cy="693057"/>
                    <a:chOff x="3025942" y="3218447"/>
                    <a:chExt cx="836195" cy="693057"/>
                  </a:xfrm>
                </p:grpSpPr>
                <p:cxnSp>
                  <p:nvCxnSpPr>
                    <p:cNvPr id="50" name="Straight Arrow Connector 49">
                      <a:extLst>
                        <a:ext uri="{FF2B5EF4-FFF2-40B4-BE49-F238E27FC236}">
                          <a16:creationId xmlns:a16="http://schemas.microsoft.com/office/drawing/2014/main" id="{13AEC8B5-C0F1-DA32-41D2-A5FAE5F90782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218447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" name="Straight Arrow Connector 50">
                      <a:extLst>
                        <a:ext uri="{FF2B5EF4-FFF2-40B4-BE49-F238E27FC236}">
                          <a16:creationId xmlns:a16="http://schemas.microsoft.com/office/drawing/2014/main" id="{3788E1C7-A407-EA0E-A777-521ADDD28AD0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457933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" name="Straight Arrow Connector 51">
                      <a:extLst>
                        <a:ext uri="{FF2B5EF4-FFF2-40B4-BE49-F238E27FC236}">
                          <a16:creationId xmlns:a16="http://schemas.microsoft.com/office/drawing/2014/main" id="{C38C3416-9A24-2EA9-D86C-76837862518E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68290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" name="Straight Arrow Connector 52">
                      <a:extLst>
                        <a:ext uri="{FF2B5EF4-FFF2-40B4-BE49-F238E27FC236}">
                          <a16:creationId xmlns:a16="http://schemas.microsoft.com/office/drawing/2014/main" id="{A9D4E028-FF39-B6A2-788E-1FEE064C9F57}"/>
                        </a:ext>
                      </a:extLst>
                    </p:cNvPr>
                    <p:cNvCxnSpPr/>
                    <p:nvPr/>
                  </p:nvCxnSpPr>
                  <p:spPr>
                    <a:xfrm flipH="1">
                      <a:off x="3025942" y="3911504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9" name="Group 58">
                    <a:extLst>
                      <a:ext uri="{FF2B5EF4-FFF2-40B4-BE49-F238E27FC236}">
                        <a16:creationId xmlns:a16="http://schemas.microsoft.com/office/drawing/2014/main" id="{46813416-56C1-9CFC-F217-D50AF8476287}"/>
                      </a:ext>
                    </a:extLst>
                  </p:cNvPr>
                  <p:cNvGrpSpPr/>
                  <p:nvPr/>
                </p:nvGrpSpPr>
                <p:grpSpPr>
                  <a:xfrm>
                    <a:off x="8909432" y="4244357"/>
                    <a:ext cx="836195" cy="239486"/>
                    <a:chOff x="10204832" y="3934086"/>
                    <a:chExt cx="836195" cy="239486"/>
                  </a:xfrm>
                </p:grpSpPr>
                <p:cxnSp>
                  <p:nvCxnSpPr>
                    <p:cNvPr id="55" name="Straight Arrow Connector 54">
                      <a:extLst>
                        <a:ext uri="{FF2B5EF4-FFF2-40B4-BE49-F238E27FC236}">
                          <a16:creationId xmlns:a16="http://schemas.microsoft.com/office/drawing/2014/main" id="{3F6786A4-A082-BCD5-72D7-2811C122DC58}"/>
                        </a:ext>
                      </a:extLst>
                    </p:cNvPr>
                    <p:cNvCxnSpPr/>
                    <p:nvPr/>
                  </p:nvCxnSpPr>
                  <p:spPr>
                    <a:xfrm rot="10800000" flipH="1">
                      <a:off x="10204832" y="4173572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" name="Straight Arrow Connector 55">
                      <a:extLst>
                        <a:ext uri="{FF2B5EF4-FFF2-40B4-BE49-F238E27FC236}">
                          <a16:creationId xmlns:a16="http://schemas.microsoft.com/office/drawing/2014/main" id="{9F38BF7E-99BB-F508-4E93-1147C3445C41}"/>
                        </a:ext>
                      </a:extLst>
                    </p:cNvPr>
                    <p:cNvCxnSpPr/>
                    <p:nvPr/>
                  </p:nvCxnSpPr>
                  <p:spPr>
                    <a:xfrm rot="10800000" flipH="1">
                      <a:off x="10204832" y="3934086"/>
                      <a:ext cx="836195" cy="0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70" name="Straight Arrow Connector 69">
                    <a:extLst>
                      <a:ext uri="{FF2B5EF4-FFF2-40B4-BE49-F238E27FC236}">
                        <a16:creationId xmlns:a16="http://schemas.microsoft.com/office/drawing/2014/main" id="{955561C1-88F8-3F0F-629F-024D7A114379}"/>
                      </a:ext>
                    </a:extLst>
                  </p:cNvPr>
                  <p:cNvCxnSpPr/>
                  <p:nvPr/>
                </p:nvCxnSpPr>
                <p:spPr>
                  <a:xfrm rot="10800000" flipH="1">
                    <a:off x="8909432" y="1490006"/>
                    <a:ext cx="836195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0F3B0CFE-AF38-6042-9008-D79821D647D6}"/>
                    </a:ext>
                  </a:extLst>
                </p:cNvPr>
                <p:cNvGrpSpPr/>
                <p:nvPr/>
              </p:nvGrpSpPr>
              <p:grpSpPr>
                <a:xfrm>
                  <a:off x="6553200" y="6325516"/>
                  <a:ext cx="1181087" cy="140613"/>
                  <a:chOff x="6553200" y="6325516"/>
                  <a:chExt cx="1181087" cy="140613"/>
                </a:xfrm>
              </p:grpSpPr>
              <p:grpSp>
                <p:nvGrpSpPr>
                  <p:cNvPr id="79" name="Group 78">
                    <a:extLst>
                      <a:ext uri="{FF2B5EF4-FFF2-40B4-BE49-F238E27FC236}">
                        <a16:creationId xmlns:a16="http://schemas.microsoft.com/office/drawing/2014/main" id="{88F69C10-B1F0-2BB8-890D-DE32FD413D57}"/>
                      </a:ext>
                    </a:extLst>
                  </p:cNvPr>
                  <p:cNvGrpSpPr/>
                  <p:nvPr/>
                </p:nvGrpSpPr>
                <p:grpSpPr>
                  <a:xfrm>
                    <a:off x="6553200" y="6328229"/>
                    <a:ext cx="296640" cy="137887"/>
                    <a:chOff x="6553200" y="6328229"/>
                    <a:chExt cx="296640" cy="137887"/>
                  </a:xfrm>
                </p:grpSpPr>
                <p:cxnSp>
                  <p:nvCxnSpPr>
                    <p:cNvPr id="74" name="Straight Arrow Connector 73">
                      <a:extLst>
                        <a:ext uri="{FF2B5EF4-FFF2-40B4-BE49-F238E27FC236}">
                          <a16:creationId xmlns:a16="http://schemas.microsoft.com/office/drawing/2014/main" id="{1E24A50E-CB36-6EC0-2E5A-1ED7B98DB09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553200" y="6328229"/>
                      <a:ext cx="0" cy="137885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Straight Arrow Connector 77">
                      <a:extLst>
                        <a:ext uri="{FF2B5EF4-FFF2-40B4-BE49-F238E27FC236}">
                          <a16:creationId xmlns:a16="http://schemas.microsoft.com/office/drawing/2014/main" id="{56B1490E-B6E2-7595-17CE-B1C8F0EEE5C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849840" y="6328231"/>
                      <a:ext cx="0" cy="137885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2" name="Group 81">
                    <a:extLst>
                      <a:ext uri="{FF2B5EF4-FFF2-40B4-BE49-F238E27FC236}">
                        <a16:creationId xmlns:a16="http://schemas.microsoft.com/office/drawing/2014/main" id="{617C0A92-53B8-9E9D-1A51-29C851A6342A}"/>
                      </a:ext>
                    </a:extLst>
                  </p:cNvPr>
                  <p:cNvGrpSpPr/>
                  <p:nvPr/>
                </p:nvGrpSpPr>
                <p:grpSpPr>
                  <a:xfrm>
                    <a:off x="7500247" y="6325516"/>
                    <a:ext cx="234040" cy="140613"/>
                    <a:chOff x="7500247" y="6325516"/>
                    <a:chExt cx="234040" cy="140613"/>
                  </a:xfrm>
                </p:grpSpPr>
                <p:cxnSp>
                  <p:nvCxnSpPr>
                    <p:cNvPr id="80" name="Straight Arrow Connector 79">
                      <a:extLst>
                        <a:ext uri="{FF2B5EF4-FFF2-40B4-BE49-F238E27FC236}">
                          <a16:creationId xmlns:a16="http://schemas.microsoft.com/office/drawing/2014/main" id="{3800B2B6-45ED-8027-C592-A63AE9F1F9F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500247" y="6325516"/>
                      <a:ext cx="0" cy="137885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" name="Straight Arrow Connector 80">
                      <a:extLst>
                        <a:ext uri="{FF2B5EF4-FFF2-40B4-BE49-F238E27FC236}">
                          <a16:creationId xmlns:a16="http://schemas.microsoft.com/office/drawing/2014/main" id="{80155F6D-814B-C571-67CF-3EF631A5D46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734287" y="6328244"/>
                      <a:ext cx="0" cy="137885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85" name="Straight Arrow Connector 84">
                  <a:extLst>
                    <a:ext uri="{FF2B5EF4-FFF2-40B4-BE49-F238E27FC236}">
                      <a16:creationId xmlns:a16="http://schemas.microsoft.com/office/drawing/2014/main" id="{D34A4A61-7F0E-754F-4F8D-0FB6FC5C73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38801" y="2935421"/>
                  <a:ext cx="1553028" cy="3459037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5067FEC7-C958-B9C6-3BE2-1A5091F98844}"/>
                </a:ext>
              </a:extLst>
            </p:cNvPr>
            <p:cNvGrpSpPr/>
            <p:nvPr/>
          </p:nvGrpSpPr>
          <p:grpSpPr>
            <a:xfrm>
              <a:off x="143223" y="2590335"/>
              <a:ext cx="2135211" cy="3492337"/>
              <a:chOff x="143223" y="2590335"/>
              <a:chExt cx="2135211" cy="3492337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D81E5D4C-79FA-391E-A10C-2AA414DE1012}"/>
                  </a:ext>
                </a:extLst>
              </p:cNvPr>
              <p:cNvGrpSpPr/>
              <p:nvPr/>
            </p:nvGrpSpPr>
            <p:grpSpPr>
              <a:xfrm>
                <a:off x="165428" y="2590335"/>
                <a:ext cx="2109308" cy="944020"/>
                <a:chOff x="165428" y="2590335"/>
                <a:chExt cx="2109308" cy="944020"/>
              </a:xfrm>
            </p:grpSpPr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8A731562-BA6E-3552-1E08-EA69E865F39B}"/>
                    </a:ext>
                  </a:extLst>
                </p:cNvPr>
                <p:cNvGrpSpPr/>
                <p:nvPr/>
              </p:nvGrpSpPr>
              <p:grpSpPr>
                <a:xfrm>
                  <a:off x="166914" y="2590335"/>
                  <a:ext cx="2107822" cy="513098"/>
                  <a:chOff x="166914" y="2590335"/>
                  <a:chExt cx="2107822" cy="513098"/>
                </a:xfrm>
              </p:grpSpPr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78C3284F-2A92-7B77-F9AB-4103BE9C79BB}"/>
                      </a:ext>
                    </a:extLst>
                  </p:cNvPr>
                  <p:cNvSpPr txBox="1"/>
                  <p:nvPr/>
                </p:nvSpPr>
                <p:spPr>
                  <a:xfrm>
                    <a:off x="166914" y="2590335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endParaRPr lang="en-IN" sz="1200" b="1" dirty="0">
                      <a:latin typeface="Arial Black" panose="020B0A04020102020204" pitchFamily="34" charset="0"/>
                    </a:endParaRPr>
                  </a:p>
                </p:txBody>
              </p:sp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045B855F-3AE9-DDE1-70D4-CDCD8DDB7813}"/>
                      </a:ext>
                    </a:extLst>
                  </p:cNvPr>
                  <p:cNvSpPr txBox="1"/>
                  <p:nvPr/>
                </p:nvSpPr>
                <p:spPr>
                  <a:xfrm>
                    <a:off x="166918" y="2826434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 err="1"/>
                      <a:t>i</a:t>
                    </a:r>
                    <a:endParaRPr lang="en-IN" sz="1200" dirty="0"/>
                  </a:p>
                </p:txBody>
              </p:sp>
            </p:grp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FD99BE0E-707C-AFE3-A93A-6DFB8C061A36}"/>
                    </a:ext>
                  </a:extLst>
                </p:cNvPr>
                <p:cNvGrpSpPr/>
                <p:nvPr/>
              </p:nvGrpSpPr>
              <p:grpSpPr>
                <a:xfrm>
                  <a:off x="165428" y="3021257"/>
                  <a:ext cx="2107822" cy="513098"/>
                  <a:chOff x="166914" y="2590335"/>
                  <a:chExt cx="2107822" cy="513098"/>
                </a:xfrm>
              </p:grpSpPr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FE41E8D8-D950-0213-367B-2EB8B13D4AA8}"/>
                      </a:ext>
                    </a:extLst>
                  </p:cNvPr>
                  <p:cNvSpPr txBox="1"/>
                  <p:nvPr/>
                </p:nvSpPr>
                <p:spPr>
                  <a:xfrm>
                    <a:off x="166914" y="2590335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 err="1"/>
                      <a:t>i</a:t>
                    </a:r>
                    <a:endParaRPr lang="en-IN" sz="1200" dirty="0"/>
                  </a:p>
                </p:txBody>
              </p:sp>
              <p:sp>
                <p:nvSpPr>
                  <p:cNvPr id="95" name="TextBox 94">
                    <a:extLst>
                      <a:ext uri="{FF2B5EF4-FFF2-40B4-BE49-F238E27FC236}">
                        <a16:creationId xmlns:a16="http://schemas.microsoft.com/office/drawing/2014/main" id="{FF671EF2-E651-819C-7DA4-572A0811F098}"/>
                      </a:ext>
                    </a:extLst>
                  </p:cNvPr>
                  <p:cNvSpPr txBox="1"/>
                  <p:nvPr/>
                </p:nvSpPr>
                <p:spPr>
                  <a:xfrm>
                    <a:off x="166918" y="2826434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IN" sz="1200" dirty="0"/>
                      <a:t>3V3</a:t>
                    </a:r>
                  </a:p>
                </p:txBody>
              </p:sp>
            </p:grp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62288851-7779-ED27-0913-CE95354FACC3}"/>
                  </a:ext>
                </a:extLst>
              </p:cNvPr>
              <p:cNvGrpSpPr/>
              <p:nvPr/>
            </p:nvGrpSpPr>
            <p:grpSpPr>
              <a:xfrm>
                <a:off x="143223" y="3504498"/>
                <a:ext cx="2135211" cy="917152"/>
                <a:chOff x="143223" y="2617203"/>
                <a:chExt cx="2135211" cy="917152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7C77A9D1-5944-C745-EC05-7CBB3B2C46C2}"/>
                    </a:ext>
                  </a:extLst>
                </p:cNvPr>
                <p:cNvGrpSpPr/>
                <p:nvPr/>
              </p:nvGrpSpPr>
              <p:grpSpPr>
                <a:xfrm>
                  <a:off x="164605" y="2617203"/>
                  <a:ext cx="2113829" cy="503046"/>
                  <a:chOff x="164605" y="2617203"/>
                  <a:chExt cx="2113829" cy="503046"/>
                </a:xfrm>
              </p:grpSpPr>
              <p:sp>
                <p:nvSpPr>
                  <p:cNvPr id="102" name="TextBox 101">
                    <a:extLst>
                      <a:ext uri="{FF2B5EF4-FFF2-40B4-BE49-F238E27FC236}">
                        <a16:creationId xmlns:a16="http://schemas.microsoft.com/office/drawing/2014/main" id="{95CEC188-7511-B54B-5C49-6343CC226804}"/>
                      </a:ext>
                    </a:extLst>
                  </p:cNvPr>
                  <p:cNvSpPr txBox="1"/>
                  <p:nvPr/>
                </p:nvSpPr>
                <p:spPr>
                  <a:xfrm>
                    <a:off x="170616" y="2617203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IN" sz="1200" dirty="0"/>
                      <a:t>5V(USB Power Output)</a:t>
                    </a:r>
                    <a:endParaRPr lang="en-IN" sz="1200" b="1" dirty="0">
                      <a:latin typeface="Arial Black" panose="020B0A04020102020204" pitchFamily="34" charset="0"/>
                    </a:endParaRPr>
                  </a:p>
                </p:txBody>
              </p:sp>
              <p:sp>
                <p:nvSpPr>
                  <p:cNvPr id="103" name="TextBox 102">
                    <a:extLst>
                      <a:ext uri="{FF2B5EF4-FFF2-40B4-BE49-F238E27FC236}">
                        <a16:creationId xmlns:a16="http://schemas.microsoft.com/office/drawing/2014/main" id="{321303ED-CEA4-13EF-7E43-591E4693DECD}"/>
                      </a:ext>
                    </a:extLst>
                  </p:cNvPr>
                  <p:cNvSpPr txBox="1"/>
                  <p:nvPr/>
                </p:nvSpPr>
                <p:spPr>
                  <a:xfrm>
                    <a:off x="164605" y="2843250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IN" sz="1200" dirty="0"/>
                      <a:t>AMG8833 Sensor </a:t>
                    </a:r>
                    <a:r>
                      <a:rPr lang="en-IN" sz="1200" b="1" dirty="0"/>
                      <a:t>GND</a:t>
                    </a:r>
                    <a:endParaRPr lang="en-IN" sz="1200" dirty="0"/>
                  </a:p>
                </p:txBody>
              </p:sp>
            </p:grpSp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BEB95D01-8960-8261-9737-28313A842558}"/>
                    </a:ext>
                  </a:extLst>
                </p:cNvPr>
                <p:cNvGrpSpPr/>
                <p:nvPr/>
              </p:nvGrpSpPr>
              <p:grpSpPr>
                <a:xfrm>
                  <a:off x="143223" y="3079328"/>
                  <a:ext cx="2131509" cy="455027"/>
                  <a:chOff x="144709" y="2648406"/>
                  <a:chExt cx="2131509" cy="455027"/>
                </a:xfrm>
              </p:grpSpPr>
              <p:sp>
                <p:nvSpPr>
                  <p:cNvPr id="100" name="TextBox 99">
                    <a:extLst>
                      <a:ext uri="{FF2B5EF4-FFF2-40B4-BE49-F238E27FC236}">
                        <a16:creationId xmlns:a16="http://schemas.microsoft.com/office/drawing/2014/main" id="{E0D915E2-9717-C5ED-F29B-704A7458746B}"/>
                      </a:ext>
                    </a:extLst>
                  </p:cNvPr>
                  <p:cNvSpPr txBox="1"/>
                  <p:nvPr/>
                </p:nvSpPr>
                <p:spPr>
                  <a:xfrm>
                    <a:off x="168400" y="2648406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IN" sz="1200" dirty="0"/>
                      <a:t>ST7735 TFT Display </a:t>
                    </a:r>
                    <a:r>
                      <a:rPr lang="en-IN" sz="1200" b="1" dirty="0"/>
                      <a:t>GND</a:t>
                    </a:r>
                    <a:endParaRPr lang="en-IN" sz="1200" dirty="0"/>
                  </a:p>
                </p:txBody>
              </p:sp>
              <p:sp>
                <p:nvSpPr>
                  <p:cNvPr id="101" name="TextBox 100">
                    <a:extLst>
                      <a:ext uri="{FF2B5EF4-FFF2-40B4-BE49-F238E27FC236}">
                        <a16:creationId xmlns:a16="http://schemas.microsoft.com/office/drawing/2014/main" id="{A93EBD0B-AC10-8DB4-AA76-AC12510ECA37}"/>
                      </a:ext>
                    </a:extLst>
                  </p:cNvPr>
                  <p:cNvSpPr txBox="1"/>
                  <p:nvPr/>
                </p:nvSpPr>
                <p:spPr>
                  <a:xfrm>
                    <a:off x="144709" y="2826434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 err="1"/>
                      <a:t>i</a:t>
                    </a:r>
                    <a:endParaRPr lang="en-IN" sz="1200" dirty="0"/>
                  </a:p>
                </p:txBody>
              </p:sp>
            </p:grpSp>
          </p:grpSp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FDB4F1A7-E35C-DE4C-C049-C41B84E24F12}"/>
                  </a:ext>
                </a:extLst>
              </p:cNvPr>
              <p:cNvGrpSpPr/>
              <p:nvPr/>
            </p:nvGrpSpPr>
            <p:grpSpPr>
              <a:xfrm>
                <a:off x="161074" y="4666347"/>
                <a:ext cx="2109308" cy="944020"/>
                <a:chOff x="165428" y="2590335"/>
                <a:chExt cx="2109308" cy="944020"/>
              </a:xfrm>
            </p:grpSpPr>
            <p:grpSp>
              <p:nvGrpSpPr>
                <p:cNvPr id="105" name="Group 104">
                  <a:extLst>
                    <a:ext uri="{FF2B5EF4-FFF2-40B4-BE49-F238E27FC236}">
                      <a16:creationId xmlns:a16="http://schemas.microsoft.com/office/drawing/2014/main" id="{533A78DA-9E8C-CF93-0173-600BB09C82FD}"/>
                    </a:ext>
                  </a:extLst>
                </p:cNvPr>
                <p:cNvGrpSpPr/>
                <p:nvPr/>
              </p:nvGrpSpPr>
              <p:grpSpPr>
                <a:xfrm>
                  <a:off x="166914" y="2590335"/>
                  <a:ext cx="2107822" cy="513098"/>
                  <a:chOff x="166914" y="2590335"/>
                  <a:chExt cx="2107822" cy="513098"/>
                </a:xfrm>
              </p:grpSpPr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6BE6C0AF-7358-673A-2EE1-9FE638B75669}"/>
                      </a:ext>
                    </a:extLst>
                  </p:cNvPr>
                  <p:cNvSpPr txBox="1"/>
                  <p:nvPr/>
                </p:nvSpPr>
                <p:spPr>
                  <a:xfrm>
                    <a:off x="166914" y="2590335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 err="1"/>
                      <a:t>i</a:t>
                    </a:r>
                    <a:endParaRPr lang="en-IN" sz="1200" dirty="0"/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EDE977E1-A1EB-67AB-12E7-E4CE7E85476C}"/>
                      </a:ext>
                    </a:extLst>
                  </p:cNvPr>
                  <p:cNvSpPr txBox="1"/>
                  <p:nvPr/>
                </p:nvSpPr>
                <p:spPr>
                  <a:xfrm>
                    <a:off x="166918" y="2826434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 err="1"/>
                      <a:t>i</a:t>
                    </a:r>
                    <a:endParaRPr lang="en-IN" sz="1200" dirty="0"/>
                  </a:p>
                </p:txBody>
              </p:sp>
            </p:grpSp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58FB261A-16D1-23C6-5881-530D1E6261C1}"/>
                    </a:ext>
                  </a:extLst>
                </p:cNvPr>
                <p:cNvGrpSpPr/>
                <p:nvPr/>
              </p:nvGrpSpPr>
              <p:grpSpPr>
                <a:xfrm>
                  <a:off x="165428" y="3021257"/>
                  <a:ext cx="2107822" cy="513098"/>
                  <a:chOff x="166914" y="2590335"/>
                  <a:chExt cx="2107822" cy="513098"/>
                </a:xfrm>
              </p:grpSpPr>
              <p:sp>
                <p:nvSpPr>
                  <p:cNvPr id="107" name="TextBox 106">
                    <a:extLst>
                      <a:ext uri="{FF2B5EF4-FFF2-40B4-BE49-F238E27FC236}">
                        <a16:creationId xmlns:a16="http://schemas.microsoft.com/office/drawing/2014/main" id="{EDF04A8B-518E-6567-2BE8-CD71971CC30A}"/>
                      </a:ext>
                    </a:extLst>
                  </p:cNvPr>
                  <p:cNvSpPr txBox="1"/>
                  <p:nvPr/>
                </p:nvSpPr>
                <p:spPr>
                  <a:xfrm>
                    <a:off x="166914" y="2590335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 err="1"/>
                      <a:t>i</a:t>
                    </a:r>
                    <a:endParaRPr lang="en-IN" sz="1200" dirty="0"/>
                  </a:p>
                </p:txBody>
              </p: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DCB5B9CB-8D36-4D43-9846-F1351AF80D1A}"/>
                      </a:ext>
                    </a:extLst>
                  </p:cNvPr>
                  <p:cNvSpPr txBox="1"/>
                  <p:nvPr/>
                </p:nvSpPr>
                <p:spPr>
                  <a:xfrm>
                    <a:off x="166918" y="2826434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 err="1"/>
                      <a:t>i</a:t>
                    </a:r>
                    <a:endParaRPr lang="en-IN" sz="1200" dirty="0"/>
                  </a:p>
                </p:txBody>
              </p:sp>
            </p:grpSp>
          </p:grp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1CA78175-64FE-FAD8-E9EC-C164A380412F}"/>
                  </a:ext>
                </a:extLst>
              </p:cNvPr>
              <p:cNvGrpSpPr/>
              <p:nvPr/>
            </p:nvGrpSpPr>
            <p:grpSpPr>
              <a:xfrm>
                <a:off x="164605" y="5569574"/>
                <a:ext cx="2107822" cy="513098"/>
                <a:chOff x="166914" y="2590335"/>
                <a:chExt cx="2107822" cy="513098"/>
              </a:xfrm>
            </p:grpSpPr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50FA84DD-C3A0-B05C-AC84-2F8F43F831F7}"/>
                    </a:ext>
                  </a:extLst>
                </p:cNvPr>
                <p:cNvSpPr txBox="1"/>
                <p:nvPr/>
              </p:nvSpPr>
              <p:spPr>
                <a:xfrm>
                  <a:off x="166914" y="2590335"/>
                  <a:ext cx="2107818" cy="4154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050" dirty="0"/>
                    <a:t>ST7735 TFT Display </a:t>
                  </a:r>
                  <a:r>
                    <a:rPr lang="en-US" sz="1050" b="1" dirty="0"/>
                    <a:t>DC/A0</a:t>
                  </a:r>
                  <a:r>
                    <a:rPr lang="en-IN" sz="1050" dirty="0"/>
                    <a:t>(Data/Command)</a:t>
                  </a: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C9210B05-9685-CD93-253F-CBC98AEFC844}"/>
                    </a:ext>
                  </a:extLst>
                </p:cNvPr>
                <p:cNvSpPr txBox="1"/>
                <p:nvPr/>
              </p:nvSpPr>
              <p:spPr>
                <a:xfrm>
                  <a:off x="166918" y="2826434"/>
                  <a:ext cx="210781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200" dirty="0" err="1"/>
                    <a:t>i</a:t>
                  </a:r>
                  <a:endParaRPr lang="en-IN" sz="1200" dirty="0"/>
                </a:p>
              </p:txBody>
            </p:sp>
          </p:grpSp>
        </p:grp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DBF220B0-CE34-3364-BF07-9F064A085C41}"/>
                </a:ext>
              </a:extLst>
            </p:cNvPr>
            <p:cNvGrpSpPr/>
            <p:nvPr/>
          </p:nvGrpSpPr>
          <p:grpSpPr>
            <a:xfrm>
              <a:off x="9008876" y="857271"/>
              <a:ext cx="2140527" cy="5203756"/>
              <a:chOff x="9008876" y="857271"/>
              <a:chExt cx="2140527" cy="5203756"/>
            </a:xfrm>
          </p:grpSpPr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0A12F10-1109-1368-A880-293732CD9ABF}"/>
                  </a:ext>
                </a:extLst>
              </p:cNvPr>
              <p:cNvSpPr txBox="1"/>
              <p:nvPr/>
            </p:nvSpPr>
            <p:spPr>
              <a:xfrm>
                <a:off x="9041585" y="857271"/>
                <a:ext cx="210781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/>
                  <a:t>RESET</a:t>
                </a:r>
              </a:p>
            </p:txBody>
          </p: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382FDD6C-D0B3-9CD6-22AC-65759599B05C}"/>
                  </a:ext>
                </a:extLst>
              </p:cNvPr>
              <p:cNvGrpSpPr/>
              <p:nvPr/>
            </p:nvGrpSpPr>
            <p:grpSpPr>
              <a:xfrm>
                <a:off x="9008876" y="1783001"/>
                <a:ext cx="2126251" cy="4278026"/>
                <a:chOff x="9008876" y="1783001"/>
                <a:chExt cx="2126251" cy="4278026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07E4A2FE-D736-4364-B04B-74233A253AE4}"/>
                    </a:ext>
                  </a:extLst>
                </p:cNvPr>
                <p:cNvGrpSpPr/>
                <p:nvPr/>
              </p:nvGrpSpPr>
              <p:grpSpPr>
                <a:xfrm>
                  <a:off x="9013230" y="1783001"/>
                  <a:ext cx="2119844" cy="1853259"/>
                  <a:chOff x="9013230" y="1772115"/>
                  <a:chExt cx="2119844" cy="1853259"/>
                </a:xfrm>
              </p:grpSpPr>
              <p:grpSp>
                <p:nvGrpSpPr>
                  <p:cNvPr id="127" name="Group 126">
                    <a:extLst>
                      <a:ext uri="{FF2B5EF4-FFF2-40B4-BE49-F238E27FC236}">
                        <a16:creationId xmlns:a16="http://schemas.microsoft.com/office/drawing/2014/main" id="{22701213-B37F-4CB1-66DB-74102C163973}"/>
                      </a:ext>
                    </a:extLst>
                  </p:cNvPr>
                  <p:cNvGrpSpPr/>
                  <p:nvPr/>
                </p:nvGrpSpPr>
                <p:grpSpPr>
                  <a:xfrm>
                    <a:off x="9013230" y="1772115"/>
                    <a:ext cx="2119844" cy="965964"/>
                    <a:chOff x="165428" y="2568391"/>
                    <a:chExt cx="2119844" cy="965964"/>
                  </a:xfrm>
                </p:grpSpPr>
                <p:grpSp>
                  <p:nvGrpSpPr>
                    <p:cNvPr id="145" name="Group 144">
                      <a:extLst>
                        <a:ext uri="{FF2B5EF4-FFF2-40B4-BE49-F238E27FC236}">
                          <a16:creationId xmlns:a16="http://schemas.microsoft.com/office/drawing/2014/main" id="{7A97DCD4-D828-4794-EC94-D71FD6CDFA7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9784" y="2568391"/>
                      <a:ext cx="2115488" cy="508140"/>
                      <a:chOff x="169784" y="2568391"/>
                      <a:chExt cx="2115488" cy="508140"/>
                    </a:xfrm>
                  </p:grpSpPr>
                  <p:sp>
                    <p:nvSpPr>
                      <p:cNvPr id="149" name="TextBox 148">
                        <a:extLst>
                          <a:ext uri="{FF2B5EF4-FFF2-40B4-BE49-F238E27FC236}">
                            <a16:creationId xmlns:a16="http://schemas.microsoft.com/office/drawing/2014/main" id="{27910533-DB1D-CA42-4117-FAD6FD5A03F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77454" y="2568391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200" dirty="0"/>
                          <a:t>SCL (GPIO 22)</a:t>
                        </a:r>
                      </a:p>
                    </p:txBody>
                  </p:sp>
                  <p:sp>
                    <p:nvSpPr>
                      <p:cNvPr id="150" name="TextBox 149">
                        <a:extLst>
                          <a:ext uri="{FF2B5EF4-FFF2-40B4-BE49-F238E27FC236}">
                            <a16:creationId xmlns:a16="http://schemas.microsoft.com/office/drawing/2014/main" id="{E7B2D95E-6D05-E46A-8F6C-7A8ADF24F65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9784" y="2799532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200" dirty="0"/>
                          <a:t>SDA (GPIO 21)</a:t>
                        </a:r>
                      </a:p>
                    </p:txBody>
                  </p:sp>
                </p:grpSp>
                <p:grpSp>
                  <p:nvGrpSpPr>
                    <p:cNvPr id="146" name="Group 145">
                      <a:extLst>
                        <a:ext uri="{FF2B5EF4-FFF2-40B4-BE49-F238E27FC236}">
                          <a16:creationId xmlns:a16="http://schemas.microsoft.com/office/drawing/2014/main" id="{E85FC894-9DAA-1324-81BC-C992F4BFB5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5428" y="3021257"/>
                      <a:ext cx="2107822" cy="513098"/>
                      <a:chOff x="166914" y="2590335"/>
                      <a:chExt cx="2107822" cy="513098"/>
                    </a:xfrm>
                  </p:grpSpPr>
                  <p:sp>
                    <p:nvSpPr>
                      <p:cNvPr id="147" name="TextBox 146">
                        <a:extLst>
                          <a:ext uri="{FF2B5EF4-FFF2-40B4-BE49-F238E27FC236}">
                            <a16:creationId xmlns:a16="http://schemas.microsoft.com/office/drawing/2014/main" id="{BB8CBA14-B3AB-CBDE-650C-19F96CE2CEA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6914" y="2590335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200" dirty="0"/>
                          <a:t>MOSI (GPIO 23)</a:t>
                        </a:r>
                      </a:p>
                    </p:txBody>
                  </p:sp>
                  <p:sp>
                    <p:nvSpPr>
                      <p:cNvPr id="148" name="TextBox 147">
                        <a:extLst>
                          <a:ext uri="{FF2B5EF4-FFF2-40B4-BE49-F238E27FC236}">
                            <a16:creationId xmlns:a16="http://schemas.microsoft.com/office/drawing/2014/main" id="{8E8381CA-CB28-EFC5-3892-68BF336CE82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6918" y="2826434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200" dirty="0"/>
                          <a:t>SCK (GPIO 18)</a:t>
                        </a:r>
                      </a:p>
                    </p:txBody>
                  </p:sp>
                </p:grpSp>
              </p:grpSp>
              <p:grpSp>
                <p:nvGrpSpPr>
                  <p:cNvPr id="128" name="Group 127">
                    <a:extLst>
                      <a:ext uri="{FF2B5EF4-FFF2-40B4-BE49-F238E27FC236}">
                        <a16:creationId xmlns:a16="http://schemas.microsoft.com/office/drawing/2014/main" id="{0F21BC15-C056-9E35-086A-CDE101822F05}"/>
                      </a:ext>
                    </a:extLst>
                  </p:cNvPr>
                  <p:cNvGrpSpPr/>
                  <p:nvPr/>
                </p:nvGrpSpPr>
                <p:grpSpPr>
                  <a:xfrm>
                    <a:off x="9013230" y="2681354"/>
                    <a:ext cx="2109308" cy="944020"/>
                    <a:chOff x="165428" y="2590335"/>
                    <a:chExt cx="2109308" cy="944020"/>
                  </a:xfrm>
                </p:grpSpPr>
                <p:grpSp>
                  <p:nvGrpSpPr>
                    <p:cNvPr id="139" name="Group 138">
                      <a:extLst>
                        <a:ext uri="{FF2B5EF4-FFF2-40B4-BE49-F238E27FC236}">
                          <a16:creationId xmlns:a16="http://schemas.microsoft.com/office/drawing/2014/main" id="{833D44FA-B7C2-A970-F43A-4433B1CD9A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6914" y="2590335"/>
                      <a:ext cx="2107822" cy="513098"/>
                      <a:chOff x="166914" y="2590335"/>
                      <a:chExt cx="2107822" cy="513098"/>
                    </a:xfrm>
                  </p:grpSpPr>
                  <p:sp>
                    <p:nvSpPr>
                      <p:cNvPr id="143" name="TextBox 142">
                        <a:extLst>
                          <a:ext uri="{FF2B5EF4-FFF2-40B4-BE49-F238E27FC236}">
                            <a16:creationId xmlns:a16="http://schemas.microsoft.com/office/drawing/2014/main" id="{AE334E8F-2266-815A-EDA1-FD019D58CBA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6914" y="2590335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200" dirty="0"/>
                          <a:t>I</a:t>
                        </a:r>
                      </a:p>
                    </p:txBody>
                  </p:sp>
                  <p:sp>
                    <p:nvSpPr>
                      <p:cNvPr id="144" name="TextBox 143">
                        <a:extLst>
                          <a:ext uri="{FF2B5EF4-FFF2-40B4-BE49-F238E27FC236}">
                            <a16:creationId xmlns:a16="http://schemas.microsoft.com/office/drawing/2014/main" id="{ABE14BB2-B99D-3335-C2F5-C6C0FA8C963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6918" y="2826434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200" dirty="0" err="1"/>
                          <a:t>i</a:t>
                        </a:r>
                        <a:endParaRPr lang="en-IN" sz="1200" dirty="0"/>
                      </a:p>
                    </p:txBody>
                  </p:sp>
                </p:grpSp>
                <p:grpSp>
                  <p:nvGrpSpPr>
                    <p:cNvPr id="140" name="Group 139">
                      <a:extLst>
                        <a:ext uri="{FF2B5EF4-FFF2-40B4-BE49-F238E27FC236}">
                          <a16:creationId xmlns:a16="http://schemas.microsoft.com/office/drawing/2014/main" id="{7B8006A3-BF57-32DF-0833-5B68D302A92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5428" y="3021257"/>
                      <a:ext cx="2107822" cy="513098"/>
                      <a:chOff x="166914" y="2590335"/>
                      <a:chExt cx="2107822" cy="513098"/>
                    </a:xfrm>
                  </p:grpSpPr>
                  <p:sp>
                    <p:nvSpPr>
                      <p:cNvPr id="141" name="TextBox 140">
                        <a:extLst>
                          <a:ext uri="{FF2B5EF4-FFF2-40B4-BE49-F238E27FC236}">
                            <a16:creationId xmlns:a16="http://schemas.microsoft.com/office/drawing/2014/main" id="{21653F4F-4AFA-71C9-EBDE-D1D5B36EDF2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6914" y="2590335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200" dirty="0" err="1"/>
                          <a:t>i</a:t>
                        </a:r>
                        <a:endParaRPr lang="en-IN" sz="1200" dirty="0"/>
                      </a:p>
                    </p:txBody>
                  </p:sp>
                  <p:sp>
                    <p:nvSpPr>
                      <p:cNvPr id="142" name="TextBox 141">
                        <a:extLst>
                          <a:ext uri="{FF2B5EF4-FFF2-40B4-BE49-F238E27FC236}">
                            <a16:creationId xmlns:a16="http://schemas.microsoft.com/office/drawing/2014/main" id="{0FF0C9E0-072A-30F2-A7FD-4B63376EB88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6918" y="2826434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200" dirty="0" err="1"/>
                          <a:t>i</a:t>
                        </a:r>
                        <a:endParaRPr lang="en-IN" sz="1200" dirty="0"/>
                      </a:p>
                    </p:txBody>
                  </p:sp>
                </p:grpSp>
              </p:grp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70A469DA-2F08-E588-B3F7-057E2F1950F1}"/>
                    </a:ext>
                  </a:extLst>
                </p:cNvPr>
                <p:cNvGrpSpPr/>
                <p:nvPr/>
              </p:nvGrpSpPr>
              <p:grpSpPr>
                <a:xfrm>
                  <a:off x="9008876" y="4648409"/>
                  <a:ext cx="2113261" cy="1412618"/>
                  <a:chOff x="9008876" y="4648409"/>
                  <a:chExt cx="2113261" cy="1412618"/>
                </a:xfrm>
              </p:grpSpPr>
              <p:grpSp>
                <p:nvGrpSpPr>
                  <p:cNvPr id="129" name="Group 128">
                    <a:extLst>
                      <a:ext uri="{FF2B5EF4-FFF2-40B4-BE49-F238E27FC236}">
                        <a16:creationId xmlns:a16="http://schemas.microsoft.com/office/drawing/2014/main" id="{4D830BE6-3804-78E7-6E0F-8A3779C2FAB6}"/>
                      </a:ext>
                    </a:extLst>
                  </p:cNvPr>
                  <p:cNvGrpSpPr/>
                  <p:nvPr/>
                </p:nvGrpSpPr>
                <p:grpSpPr>
                  <a:xfrm>
                    <a:off x="9008876" y="4648409"/>
                    <a:ext cx="2109308" cy="944020"/>
                    <a:chOff x="165428" y="2590335"/>
                    <a:chExt cx="2109308" cy="944020"/>
                  </a:xfrm>
                </p:grpSpPr>
                <p:grpSp>
                  <p:nvGrpSpPr>
                    <p:cNvPr id="133" name="Group 132">
                      <a:extLst>
                        <a:ext uri="{FF2B5EF4-FFF2-40B4-BE49-F238E27FC236}">
                          <a16:creationId xmlns:a16="http://schemas.microsoft.com/office/drawing/2014/main" id="{402A628F-AAF7-5190-4767-0C8679DBA62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6914" y="2590335"/>
                      <a:ext cx="2107822" cy="513098"/>
                      <a:chOff x="166914" y="2590335"/>
                      <a:chExt cx="2107822" cy="513098"/>
                    </a:xfrm>
                  </p:grpSpPr>
                  <p:sp>
                    <p:nvSpPr>
                      <p:cNvPr id="137" name="TextBox 136">
                        <a:extLst>
                          <a:ext uri="{FF2B5EF4-FFF2-40B4-BE49-F238E27FC236}">
                            <a16:creationId xmlns:a16="http://schemas.microsoft.com/office/drawing/2014/main" id="{354290AA-7CC5-65D7-6249-19FDB5168AA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6914" y="2590335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200" dirty="0" err="1"/>
                          <a:t>i</a:t>
                        </a:r>
                        <a:endParaRPr lang="en-IN" sz="1200" dirty="0"/>
                      </a:p>
                    </p:txBody>
                  </p:sp>
                  <p:sp>
                    <p:nvSpPr>
                      <p:cNvPr id="138" name="TextBox 137">
                        <a:extLst>
                          <a:ext uri="{FF2B5EF4-FFF2-40B4-BE49-F238E27FC236}">
                            <a16:creationId xmlns:a16="http://schemas.microsoft.com/office/drawing/2014/main" id="{530F38BA-6F22-4DD7-E25E-9BDC658A9A2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6918" y="2826434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100" dirty="0"/>
                          <a:t>ST7735-TFT Display </a:t>
                        </a:r>
                        <a:r>
                          <a:rPr lang="en-IN" sz="1100" b="1" dirty="0"/>
                          <a:t>CS</a:t>
                        </a:r>
                        <a:r>
                          <a:rPr lang="en-IN" sz="1200" b="1" dirty="0"/>
                          <a:t>(</a:t>
                        </a:r>
                        <a:r>
                          <a:rPr lang="en-IN" sz="800" b="1" dirty="0"/>
                          <a:t>CHIP SELECT)</a:t>
                        </a:r>
                        <a:endParaRPr lang="en-IN" sz="1200" dirty="0"/>
                      </a:p>
                    </p:txBody>
                  </p:sp>
                </p:grpSp>
                <p:grpSp>
                  <p:nvGrpSpPr>
                    <p:cNvPr id="134" name="Group 133">
                      <a:extLst>
                        <a:ext uri="{FF2B5EF4-FFF2-40B4-BE49-F238E27FC236}">
                          <a16:creationId xmlns:a16="http://schemas.microsoft.com/office/drawing/2014/main" id="{0F668EDE-1F7F-C23D-12F9-042A212F6A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5428" y="3021257"/>
                      <a:ext cx="2107822" cy="513098"/>
                      <a:chOff x="166914" y="2590335"/>
                      <a:chExt cx="2107822" cy="513098"/>
                    </a:xfrm>
                  </p:grpSpPr>
                  <p:sp>
                    <p:nvSpPr>
                      <p:cNvPr id="135" name="TextBox 134">
                        <a:extLst>
                          <a:ext uri="{FF2B5EF4-FFF2-40B4-BE49-F238E27FC236}">
                            <a16:creationId xmlns:a16="http://schemas.microsoft.com/office/drawing/2014/main" id="{AAA402FC-4F3D-051A-ED9C-9261F548760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6914" y="2590335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200" dirty="0" err="1"/>
                          <a:t>i</a:t>
                        </a:r>
                        <a:endParaRPr lang="en-IN" sz="1200" dirty="0"/>
                      </a:p>
                    </p:txBody>
                  </p:sp>
                  <p:sp>
                    <p:nvSpPr>
                      <p:cNvPr id="136" name="TextBox 135">
                        <a:extLst>
                          <a:ext uri="{FF2B5EF4-FFF2-40B4-BE49-F238E27FC236}">
                            <a16:creationId xmlns:a16="http://schemas.microsoft.com/office/drawing/2014/main" id="{8280612B-88B0-82C9-E1F6-1EDC7ED32C6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66918" y="2826434"/>
                        <a:ext cx="2107818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IN" sz="1200" dirty="0" err="1"/>
                          <a:t>i</a:t>
                        </a:r>
                        <a:endParaRPr lang="en-IN" sz="1200" dirty="0"/>
                      </a:p>
                    </p:txBody>
                  </p:sp>
                </p:grpSp>
              </p:grpSp>
              <p:grpSp>
                <p:nvGrpSpPr>
                  <p:cNvPr id="130" name="Group 129">
                    <a:extLst>
                      <a:ext uri="{FF2B5EF4-FFF2-40B4-BE49-F238E27FC236}">
                        <a16:creationId xmlns:a16="http://schemas.microsoft.com/office/drawing/2014/main" id="{AA5C6CD7-0E5F-3252-7401-F670178AC4E0}"/>
                      </a:ext>
                    </a:extLst>
                  </p:cNvPr>
                  <p:cNvGrpSpPr/>
                  <p:nvPr/>
                </p:nvGrpSpPr>
                <p:grpSpPr>
                  <a:xfrm>
                    <a:off x="9014315" y="5547929"/>
                    <a:ext cx="2107822" cy="513098"/>
                    <a:chOff x="166914" y="2590335"/>
                    <a:chExt cx="2107822" cy="513098"/>
                  </a:xfrm>
                </p:grpSpPr>
                <p:sp>
                  <p:nvSpPr>
                    <p:cNvPr id="131" name="TextBox 130">
                      <a:extLst>
                        <a:ext uri="{FF2B5EF4-FFF2-40B4-BE49-F238E27FC236}">
                          <a16:creationId xmlns:a16="http://schemas.microsoft.com/office/drawing/2014/main" id="{8ED7B228-BDAC-3AA6-2AED-F005470924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6914" y="2590335"/>
                      <a:ext cx="210781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IN" sz="1200" dirty="0" err="1"/>
                        <a:t>i</a:t>
                      </a:r>
                      <a:endParaRPr lang="en-IN" sz="1200" dirty="0"/>
                    </a:p>
                  </p:txBody>
                </p:sp>
                <p:sp>
                  <p:nvSpPr>
                    <p:cNvPr id="132" name="TextBox 131">
                      <a:extLst>
                        <a:ext uri="{FF2B5EF4-FFF2-40B4-BE49-F238E27FC236}">
                          <a16:creationId xmlns:a16="http://schemas.microsoft.com/office/drawing/2014/main" id="{B3C06593-B380-C85C-339E-7800122209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6918" y="2826434"/>
                      <a:ext cx="210781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IN" sz="1200" dirty="0" err="1"/>
                        <a:t>i</a:t>
                      </a:r>
                      <a:endParaRPr lang="en-IN" sz="1200" dirty="0"/>
                    </a:p>
                  </p:txBody>
                </p:sp>
              </p:grpSp>
            </p:grp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764B5881-BD35-F3C7-4BAF-D3233034AF63}"/>
                    </a:ext>
                  </a:extLst>
                </p:cNvPr>
                <p:cNvGrpSpPr/>
                <p:nvPr/>
              </p:nvGrpSpPr>
              <p:grpSpPr>
                <a:xfrm>
                  <a:off x="9025256" y="3607585"/>
                  <a:ext cx="2107822" cy="513098"/>
                  <a:chOff x="166914" y="2590335"/>
                  <a:chExt cx="2107822" cy="513098"/>
                </a:xfrm>
              </p:grpSpPr>
              <p:sp>
                <p:nvSpPr>
                  <p:cNvPr id="154" name="TextBox 153">
                    <a:extLst>
                      <a:ext uri="{FF2B5EF4-FFF2-40B4-BE49-F238E27FC236}">
                        <a16:creationId xmlns:a16="http://schemas.microsoft.com/office/drawing/2014/main" id="{D5F55180-2D0E-6CDA-74CD-FA8E4215B2FF}"/>
                      </a:ext>
                    </a:extLst>
                  </p:cNvPr>
                  <p:cNvSpPr txBox="1"/>
                  <p:nvPr/>
                </p:nvSpPr>
                <p:spPr>
                  <a:xfrm>
                    <a:off x="166914" y="2590335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 err="1"/>
                      <a:t>i</a:t>
                    </a:r>
                    <a:endParaRPr lang="en-IN" sz="1200" dirty="0"/>
                  </a:p>
                </p:txBody>
              </p:sp>
              <p:sp>
                <p:nvSpPr>
                  <p:cNvPr id="155" name="TextBox 154">
                    <a:extLst>
                      <a:ext uri="{FF2B5EF4-FFF2-40B4-BE49-F238E27FC236}">
                        <a16:creationId xmlns:a16="http://schemas.microsoft.com/office/drawing/2014/main" id="{54CAE08E-C730-A759-5752-0ED940435132}"/>
                      </a:ext>
                    </a:extLst>
                  </p:cNvPr>
                  <p:cNvSpPr txBox="1"/>
                  <p:nvPr/>
                </p:nvSpPr>
                <p:spPr>
                  <a:xfrm>
                    <a:off x="166918" y="2826434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 err="1"/>
                      <a:t>i</a:t>
                    </a:r>
                    <a:endParaRPr lang="en-IN" sz="1200" dirty="0"/>
                  </a:p>
                </p:txBody>
              </p:sp>
            </p:grpSp>
            <p:grpSp>
              <p:nvGrpSpPr>
                <p:cNvPr id="157" name="Group 156">
                  <a:extLst>
                    <a:ext uri="{FF2B5EF4-FFF2-40B4-BE49-F238E27FC236}">
                      <a16:creationId xmlns:a16="http://schemas.microsoft.com/office/drawing/2014/main" id="{39F9DE4C-F10F-28DE-5C57-39318377040F}"/>
                    </a:ext>
                  </a:extLst>
                </p:cNvPr>
                <p:cNvGrpSpPr/>
                <p:nvPr/>
              </p:nvGrpSpPr>
              <p:grpSpPr>
                <a:xfrm>
                  <a:off x="9027305" y="4201034"/>
                  <a:ext cx="2107822" cy="513098"/>
                  <a:chOff x="166914" y="2590335"/>
                  <a:chExt cx="2107822" cy="513098"/>
                </a:xfrm>
              </p:grpSpPr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8A8C60A4-AC5D-D636-A17F-E8B2BE4A2F72}"/>
                      </a:ext>
                    </a:extLst>
                  </p:cNvPr>
                  <p:cNvSpPr txBox="1"/>
                  <p:nvPr/>
                </p:nvSpPr>
                <p:spPr>
                  <a:xfrm>
                    <a:off x="166914" y="2590335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/>
                      <a:t>AMG8833 Sensor </a:t>
                    </a:r>
                    <a:r>
                      <a:rPr lang="en-IN" sz="1200" b="1" dirty="0"/>
                      <a:t>VIN</a:t>
                    </a:r>
                    <a:endParaRPr lang="en-IN" sz="1200" dirty="0"/>
                  </a:p>
                </p:txBody>
              </p:sp>
              <p:sp>
                <p:nvSpPr>
                  <p:cNvPr id="159" name="TextBox 158">
                    <a:extLst>
                      <a:ext uri="{FF2B5EF4-FFF2-40B4-BE49-F238E27FC236}">
                        <a16:creationId xmlns:a16="http://schemas.microsoft.com/office/drawing/2014/main" id="{052BA5C8-ED86-3968-FD10-DD73342D4257}"/>
                      </a:ext>
                    </a:extLst>
                  </p:cNvPr>
                  <p:cNvSpPr txBox="1"/>
                  <p:nvPr/>
                </p:nvSpPr>
                <p:spPr>
                  <a:xfrm>
                    <a:off x="166918" y="2826434"/>
                    <a:ext cx="21078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 err="1"/>
                      <a:t>i</a:t>
                    </a:r>
                    <a:endParaRPr lang="en-IN" sz="1200" dirty="0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556308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205</Words>
  <Application>Microsoft Office PowerPoint</Application>
  <PresentationFormat>Widescreen</PresentationFormat>
  <Paragraphs>59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YATIN KUMAR REDDY</dc:creator>
  <cp:lastModifiedBy>YATIN KUMAR REDDY</cp:lastModifiedBy>
  <cp:revision>5</cp:revision>
  <dcterms:created xsi:type="dcterms:W3CDTF">2025-12-17T15:19:47Z</dcterms:created>
  <dcterms:modified xsi:type="dcterms:W3CDTF">2025-12-18T03:35:24Z</dcterms:modified>
</cp:coreProperties>
</file>